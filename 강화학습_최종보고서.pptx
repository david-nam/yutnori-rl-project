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92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2FF4B2-C162-0C0F-2EAB-C6B2D4D892B4}" v="177" dt="2026-06-12T07:04:11.154"/>
    <p1510:client id="{29E7525D-B589-33FD-5BD2-992B4A8270CE}" v="17" dt="2026-06-12T06:17:05.215"/>
    <p1510:client id="{2C9F73B7-D570-93CA-0752-321AE502080C}" v="1594" dt="2026-06-11T16:39:00.169"/>
    <p1510:client id="{67A09701-7134-3ABF-1A14-FBDB2828BE2B}" v="1273" dt="2026-06-12T12:51:18.892"/>
    <p1510:client id="{D3931327-A612-285D-F4BE-DE360AEBBE0D}" v="90" dt="2026-06-12T08:57:23.094"/>
    <p1510:client id="{F0E41AAC-5FE5-E14E-BC54-C58B522E81B7}" v="58" dt="2026-06-12T11:43:25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2C9F73B7-D570-93CA-0752-321AE502080C}"/>
    <pc:docChg chg="addSld modSld sldOrd">
      <pc:chgData name="Guest User" userId="" providerId="Windows Live" clId="Web-{2C9F73B7-D570-93CA-0752-321AE502080C}" dt="2026-06-11T16:39:00.169" v="1564" actId="20577"/>
      <pc:docMkLst>
        <pc:docMk/>
      </pc:docMkLst>
      <pc:sldChg chg="modSp">
        <pc:chgData name="Guest User" userId="" providerId="Windows Live" clId="Web-{2C9F73B7-D570-93CA-0752-321AE502080C}" dt="2026-06-11T15:33:53.734" v="1" actId="20577"/>
        <pc:sldMkLst>
          <pc:docMk/>
          <pc:sldMk cId="0" sldId="256"/>
        </pc:sldMkLst>
        <pc:spChg chg="mod">
          <ac:chgData name="Guest User" userId="" providerId="Windows Live" clId="Web-{2C9F73B7-D570-93CA-0752-321AE502080C}" dt="2026-06-11T15:33:53.734" v="1" actId="20577"/>
          <ac:spMkLst>
            <pc:docMk/>
            <pc:sldMk cId="0" sldId="256"/>
            <ac:spMk id="8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35:53.067" v="31" actId="20577"/>
        <pc:sldMkLst>
          <pc:docMk/>
          <pc:sldMk cId="0" sldId="257"/>
        </pc:sldMkLst>
        <pc:spChg chg="mod">
          <ac:chgData name="Guest User" userId="" providerId="Windows Live" clId="Web-{2C9F73B7-D570-93CA-0752-321AE502080C}" dt="2026-06-11T15:34:14.282" v="7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5:35:53.067" v="31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37:14.040" v="88" actId="20577"/>
        <pc:sldMkLst>
          <pc:docMk/>
          <pc:sldMk cId="0" sldId="258"/>
        </pc:sldMkLst>
        <pc:spChg chg="mod">
          <ac:chgData name="Guest User" userId="" providerId="Windows Live" clId="Web-{2C9F73B7-D570-93CA-0752-321AE502080C}" dt="2026-06-11T15:37:14.040" v="88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Guest User" userId="" providerId="Windows Live" clId="Web-{2C9F73B7-D570-93CA-0752-321AE502080C}" dt="2026-06-11T15:35:41.348" v="29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uest User" userId="" providerId="Windows Live" clId="Web-{2C9F73B7-D570-93CA-0752-321AE502080C}" dt="2026-06-11T15:36:42.085" v="75" actId="20577"/>
          <ac:spMkLst>
            <pc:docMk/>
            <pc:sldMk cId="0" sldId="258"/>
            <ac:spMk id="14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37:01.039" v="85" actId="20577"/>
        <pc:sldMkLst>
          <pc:docMk/>
          <pc:sldMk cId="0" sldId="259"/>
        </pc:sldMkLst>
        <pc:spChg chg="mod">
          <ac:chgData name="Guest User" userId="" providerId="Windows Live" clId="Web-{2C9F73B7-D570-93CA-0752-321AE502080C}" dt="2026-06-11T15:37:01.039" v="85" actId="20577"/>
          <ac:spMkLst>
            <pc:docMk/>
            <pc:sldMk cId="0" sldId="259"/>
            <ac:spMk id="7" creationId="{00000000-0000-0000-0000-000000000000}"/>
          </ac:spMkLst>
        </pc:spChg>
      </pc:sldChg>
      <pc:sldChg chg="addSp modSp">
        <pc:chgData name="Guest User" userId="" providerId="Windows Live" clId="Web-{2C9F73B7-D570-93CA-0752-321AE502080C}" dt="2026-06-11T15:46:55.456" v="204" actId="20577"/>
        <pc:sldMkLst>
          <pc:docMk/>
          <pc:sldMk cId="0" sldId="260"/>
        </pc:sldMkLst>
        <pc:spChg chg="mod">
          <ac:chgData name="Guest User" userId="" providerId="Windows Live" clId="Web-{2C9F73B7-D570-93CA-0752-321AE502080C}" dt="2026-06-11T15:38:38.106" v="133" actId="14100"/>
          <ac:spMkLst>
            <pc:docMk/>
            <pc:sldMk cId="0" sldId="260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5:46:55.456" v="204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Guest User" userId="" providerId="Windows Live" clId="Web-{2C9F73B7-D570-93CA-0752-321AE502080C}" dt="2026-06-11T15:39:03.482" v="143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Guest User" userId="" providerId="Windows Live" clId="Web-{2C9F73B7-D570-93CA-0752-321AE502080C}" dt="2026-06-11T15:41:18.300" v="187" actId="20577"/>
          <ac:spMkLst>
            <pc:docMk/>
            <pc:sldMk cId="0" sldId="260"/>
            <ac:spMk id="16" creationId="{00000000-0000-0000-0000-000000000000}"/>
          </ac:spMkLst>
        </pc:spChg>
        <pc:spChg chg="add mod">
          <ac:chgData name="Guest User" userId="" providerId="Windows Live" clId="Web-{2C9F73B7-D570-93CA-0752-321AE502080C}" dt="2026-06-11T15:39:14.014" v="148" actId="1076"/>
          <ac:spMkLst>
            <pc:docMk/>
            <pc:sldMk cId="0" sldId="260"/>
            <ac:spMk id="17" creationId="{3CD6678E-E17B-21E8-DEF0-0EE808855EC9}"/>
          </ac:spMkLst>
        </pc:spChg>
      </pc:sldChg>
      <pc:sldChg chg="modSp">
        <pc:chgData name="Guest User" userId="" providerId="Windows Live" clId="Web-{2C9F73B7-D570-93CA-0752-321AE502080C}" dt="2026-06-11T15:51:18.842" v="309" actId="20577"/>
        <pc:sldMkLst>
          <pc:docMk/>
          <pc:sldMk cId="0" sldId="261"/>
        </pc:sldMkLst>
        <pc:spChg chg="mod">
          <ac:chgData name="Guest User" userId="" providerId="Windows Live" clId="Web-{2C9F73B7-D570-93CA-0752-321AE502080C}" dt="2026-06-11T15:46:26.423" v="191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5:51:18.842" v="309" actId="20577"/>
          <ac:spMkLst>
            <pc:docMk/>
            <pc:sldMk cId="0" sldId="261"/>
            <ac:spMk id="4" creationId="{00000000-0000-0000-0000-000000000000}"/>
          </ac:spMkLst>
        </pc:spChg>
        <pc:spChg chg="mod">
          <ac:chgData name="Guest User" userId="" providerId="Windows Live" clId="Web-{2C9F73B7-D570-93CA-0752-321AE502080C}" dt="2026-06-11T15:49:06.289" v="269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Guest User" userId="" providerId="Windows Live" clId="Web-{2C9F73B7-D570-93CA-0752-321AE502080C}" dt="2026-06-11T15:49:31.353" v="281" actId="20577"/>
          <ac:spMkLst>
            <pc:docMk/>
            <pc:sldMk cId="0" sldId="261"/>
            <ac:spMk id="10" creationId="{00000000-0000-0000-0000-000000000000}"/>
          </ac:spMkLst>
        </pc:spChg>
        <pc:spChg chg="mod">
          <ac:chgData name="Guest User" userId="" providerId="Windows Live" clId="Web-{2C9F73B7-D570-93CA-0752-321AE502080C}" dt="2026-06-11T15:48:50.851" v="264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Guest User" userId="" providerId="Windows Live" clId="Web-{2C9F73B7-D570-93CA-0752-321AE502080C}" dt="2026-06-11T15:49:21.212" v="274" actId="20577"/>
          <ac:spMkLst>
            <pc:docMk/>
            <pc:sldMk cId="0" sldId="261"/>
            <ac:spMk id="16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52:13.391" v="314" actId="20577"/>
        <pc:sldMkLst>
          <pc:docMk/>
          <pc:sldMk cId="0" sldId="262"/>
        </pc:sldMkLst>
        <pc:spChg chg="mod">
          <ac:chgData name="Guest User" userId="" providerId="Windows Live" clId="Web-{2C9F73B7-D570-93CA-0752-321AE502080C}" dt="2026-06-11T15:51:52.218" v="312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Guest User" userId="" providerId="Windows Live" clId="Web-{2C9F73B7-D570-93CA-0752-321AE502080C}" dt="2026-06-11T15:51:58.781" v="313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Guest User" userId="" providerId="Windows Live" clId="Web-{2C9F73B7-D570-93CA-0752-321AE502080C}" dt="2026-06-11T15:52:13.391" v="314" actId="20577"/>
          <ac:spMkLst>
            <pc:docMk/>
            <pc:sldMk cId="0" sldId="262"/>
            <ac:spMk id="17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53:26.379" v="321" actId="20577"/>
        <pc:sldMkLst>
          <pc:docMk/>
          <pc:sldMk cId="0" sldId="263"/>
        </pc:sldMkLst>
        <pc:spChg chg="mod">
          <ac:chgData name="Guest User" userId="" providerId="Windows Live" clId="Web-{2C9F73B7-D570-93CA-0752-321AE502080C}" dt="2026-06-11T15:53:26.379" v="32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54:47.007" v="340" actId="20577"/>
        <pc:sldMkLst>
          <pc:docMk/>
          <pc:sldMk cId="0" sldId="264"/>
        </pc:sldMkLst>
        <pc:spChg chg="mod">
          <ac:chgData name="Guest User" userId="" providerId="Windows Live" clId="Web-{2C9F73B7-D570-93CA-0752-321AE502080C}" dt="2026-06-11T15:54:47.007" v="340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5:59:23.676" v="436" actId="20577"/>
        <pc:sldMkLst>
          <pc:docMk/>
          <pc:sldMk cId="0" sldId="265"/>
        </pc:sldMkLst>
        <pc:spChg chg="mod">
          <ac:chgData name="Guest User" userId="" providerId="Windows Live" clId="Web-{2C9F73B7-D570-93CA-0752-321AE502080C}" dt="2026-06-11T15:55:56.463" v="357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5:58:12.032" v="4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Guest User" userId="" providerId="Windows Live" clId="Web-{2C9F73B7-D570-93CA-0752-321AE502080C}" dt="2026-06-11T15:58:12.016" v="41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Guest User" userId="" providerId="Windows Live" clId="Web-{2C9F73B7-D570-93CA-0752-321AE502080C}" dt="2026-06-11T15:58:12.016" v="409"/>
          <ac:spMkLst>
            <pc:docMk/>
            <pc:sldMk cId="0" sldId="265"/>
            <ac:spMk id="13" creationId="{00000000-0000-0000-0000-000000000000}"/>
          </ac:spMkLst>
        </pc:spChg>
        <pc:spChg chg="mod">
          <ac:chgData name="Guest User" userId="" providerId="Windows Live" clId="Web-{2C9F73B7-D570-93CA-0752-321AE502080C}" dt="2026-06-11T15:57:11.732" v="375" actId="2057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Guest User" userId="" providerId="Windows Live" clId="Web-{2C9F73B7-D570-93CA-0752-321AE502080C}" dt="2026-06-11T15:59:23.676" v="436" actId="2057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Guest User" userId="" providerId="Windows Live" clId="Web-{2C9F73B7-D570-93CA-0752-321AE502080C}" dt="2026-06-11T15:58:41.721" v="426" actId="20577"/>
          <ac:spMkLst>
            <pc:docMk/>
            <pc:sldMk cId="0" sldId="265"/>
            <ac:spMk id="17" creationId="{00000000-0000-0000-0000-000000000000}"/>
          </ac:spMkLst>
        </pc:spChg>
        <pc:graphicFrameChg chg="mod modGraphic">
          <ac:chgData name="Guest User" userId="" providerId="Windows Live" clId="Web-{2C9F73B7-D570-93CA-0752-321AE502080C}" dt="2026-06-11T15:58:00" v="405"/>
          <ac:graphicFrameMkLst>
            <pc:docMk/>
            <pc:sldMk cId="0" sldId="265"/>
            <ac:graphicFrameMk id="16" creationId="{00000000-0000-0000-0000-000000000000}"/>
          </ac:graphicFrameMkLst>
        </pc:graphicFrameChg>
      </pc:sldChg>
      <pc:sldChg chg="modSp">
        <pc:chgData name="Guest User" userId="" providerId="Windows Live" clId="Web-{2C9F73B7-D570-93CA-0752-321AE502080C}" dt="2026-06-11T16:01:13.259" v="457" actId="20577"/>
        <pc:sldMkLst>
          <pc:docMk/>
          <pc:sldMk cId="0" sldId="266"/>
        </pc:sldMkLst>
        <pc:spChg chg="mod">
          <ac:chgData name="Guest User" userId="" providerId="Windows Live" clId="Web-{2C9F73B7-D570-93CA-0752-321AE502080C}" dt="2026-06-11T16:00:29.397" v="441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Guest User" userId="" providerId="Windows Live" clId="Web-{2C9F73B7-D570-93CA-0752-321AE502080C}" dt="2026-06-11T16:01:13.259" v="457" actId="20577"/>
          <ac:spMkLst>
            <pc:docMk/>
            <pc:sldMk cId="0" sldId="266"/>
            <ac:spMk id="8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02:47.294" v="522" actId="20577"/>
        <pc:sldMkLst>
          <pc:docMk/>
          <pc:sldMk cId="0" sldId="267"/>
        </pc:sldMkLst>
        <pc:spChg chg="mod">
          <ac:chgData name="Guest User" userId="" providerId="Windows Live" clId="Web-{2C9F73B7-D570-93CA-0752-321AE502080C}" dt="2026-06-11T16:02:14.058" v="477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6:02:21.262" v="485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Guest User" userId="" providerId="Windows Live" clId="Web-{2C9F73B7-D570-93CA-0752-321AE502080C}" dt="2026-06-11T16:02:27.965" v="491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Guest User" userId="" providerId="Windows Live" clId="Web-{2C9F73B7-D570-93CA-0752-321AE502080C}" dt="2026-06-11T16:02:47.294" v="522" actId="20577"/>
          <ac:spMkLst>
            <pc:docMk/>
            <pc:sldMk cId="0" sldId="267"/>
            <ac:spMk id="39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23:16.378" v="1289" actId="20577"/>
        <pc:sldMkLst>
          <pc:docMk/>
          <pc:sldMk cId="0" sldId="268"/>
        </pc:sldMkLst>
        <pc:spChg chg="mod">
          <ac:chgData name="Guest User" userId="" providerId="Windows Live" clId="Web-{2C9F73B7-D570-93CA-0752-321AE502080C}" dt="2026-06-11T16:23:16.378" v="1289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6:03:22.045" v="527" actId="20577"/>
          <ac:spMkLst>
            <pc:docMk/>
            <pc:sldMk cId="0" sldId="268"/>
            <ac:spMk id="10" creationId="{00000000-0000-0000-0000-000000000000}"/>
          </ac:spMkLst>
        </pc:spChg>
        <pc:graphicFrameChg chg="mod modGraphic">
          <ac:chgData name="Guest User" userId="" providerId="Windows Live" clId="Web-{2C9F73B7-D570-93CA-0752-321AE502080C}" dt="2026-06-11T16:04:08.657" v="551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">
        <pc:chgData name="Guest User" userId="" providerId="Windows Live" clId="Web-{2C9F73B7-D570-93CA-0752-321AE502080C}" dt="2026-06-11T16:25:01.633" v="1339" actId="20577"/>
        <pc:sldMkLst>
          <pc:docMk/>
          <pc:sldMk cId="0" sldId="269"/>
        </pc:sldMkLst>
        <pc:spChg chg="mod">
          <ac:chgData name="Guest User" userId="" providerId="Windows Live" clId="Web-{2C9F73B7-D570-93CA-0752-321AE502080C}" dt="2026-06-11T16:23:19.832" v="1291" actId="20577"/>
          <ac:spMkLst>
            <pc:docMk/>
            <pc:sldMk cId="0" sldId="269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6:25:01.633" v="1339" actId="20577"/>
          <ac:spMkLst>
            <pc:docMk/>
            <pc:sldMk cId="0" sldId="269"/>
            <ac:spMk id="17" creationId="{00000000-0000-0000-0000-000000000000}"/>
          </ac:spMkLst>
        </pc:spChg>
        <pc:graphicFrameChg chg="mod modGraphic">
          <ac:chgData name="Guest User" userId="" providerId="Windows Live" clId="Web-{2C9F73B7-D570-93CA-0752-321AE502080C}" dt="2026-06-11T16:04:00.360" v="544"/>
          <ac:graphicFrameMkLst>
            <pc:docMk/>
            <pc:sldMk cId="0" sldId="269"/>
            <ac:graphicFrameMk id="16" creationId="{00000000-0000-0000-0000-000000000000}"/>
          </ac:graphicFrameMkLst>
        </pc:graphicFrameChg>
      </pc:sldChg>
      <pc:sldChg chg="modSp">
        <pc:chgData name="Guest User" userId="" providerId="Windows Live" clId="Web-{2C9F73B7-D570-93CA-0752-321AE502080C}" dt="2026-06-11T16:23:23.332" v="1293" actId="20577"/>
        <pc:sldMkLst>
          <pc:docMk/>
          <pc:sldMk cId="0" sldId="270"/>
        </pc:sldMkLst>
        <pc:spChg chg="mod">
          <ac:chgData name="Guest User" userId="" providerId="Windows Live" clId="Web-{2C9F73B7-D570-93CA-0752-321AE502080C}" dt="2026-06-11T16:23:23.332" v="1293" actId="20577"/>
          <ac:spMkLst>
            <pc:docMk/>
            <pc:sldMk cId="0" sldId="270"/>
            <ac:spMk id="3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23:27.598" v="1297" actId="20577"/>
        <pc:sldMkLst>
          <pc:docMk/>
          <pc:sldMk cId="0" sldId="271"/>
        </pc:sldMkLst>
        <pc:spChg chg="mod">
          <ac:chgData name="Guest User" userId="" providerId="Windows Live" clId="Web-{2C9F73B7-D570-93CA-0752-321AE502080C}" dt="2026-06-11T16:23:27.598" v="1297" actId="20577"/>
          <ac:spMkLst>
            <pc:docMk/>
            <pc:sldMk cId="0" sldId="271"/>
            <ac:spMk id="3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23:06.362" v="1284" actId="20577"/>
        <pc:sldMkLst>
          <pc:docMk/>
          <pc:sldMk cId="0" sldId="272"/>
        </pc:sldMkLst>
        <pc:spChg chg="mod">
          <ac:chgData name="Guest User" userId="" providerId="Windows Live" clId="Web-{2C9F73B7-D570-93CA-0752-321AE502080C}" dt="2026-06-11T16:23:06.362" v="1284" actId="20577"/>
          <ac:spMkLst>
            <pc:docMk/>
            <pc:sldMk cId="0" sldId="272"/>
            <ac:spMk id="3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26:43.247" v="1348" actId="20577"/>
        <pc:sldMkLst>
          <pc:docMk/>
          <pc:sldMk cId="0" sldId="273"/>
        </pc:sldMkLst>
        <pc:spChg chg="mod">
          <ac:chgData name="Guest User" userId="" providerId="Windows Live" clId="Web-{2C9F73B7-D570-93CA-0752-321AE502080C}" dt="2026-06-11T16:26:43.247" v="1348" actId="20577"/>
          <ac:spMkLst>
            <pc:docMk/>
            <pc:sldMk cId="0" sldId="273"/>
            <ac:spMk id="3" creationId="{00000000-0000-0000-0000-000000000000}"/>
          </ac:spMkLst>
        </pc:spChg>
      </pc:sldChg>
      <pc:sldChg chg="addSp modSp">
        <pc:chgData name="Guest User" userId="" providerId="Windows Live" clId="Web-{2C9F73B7-D570-93CA-0752-321AE502080C}" dt="2026-06-11T16:33:52.812" v="1444" actId="14100"/>
        <pc:sldMkLst>
          <pc:docMk/>
          <pc:sldMk cId="0" sldId="274"/>
        </pc:sldMkLst>
        <pc:spChg chg="mod">
          <ac:chgData name="Guest User" userId="" providerId="Windows Live" clId="Web-{2C9F73B7-D570-93CA-0752-321AE502080C}" dt="2026-06-11T16:31:21.712" v="1399" actId="20577"/>
          <ac:spMkLst>
            <pc:docMk/>
            <pc:sldMk cId="0" sldId="274"/>
            <ac:spMk id="3" creationId="{00000000-0000-0000-0000-000000000000}"/>
          </ac:spMkLst>
        </pc:spChg>
        <pc:spChg chg="mod ord">
          <ac:chgData name="Guest User" userId="" providerId="Windows Live" clId="Web-{2C9F73B7-D570-93CA-0752-321AE502080C}" dt="2026-06-11T16:33:52.812" v="1444" actId="14100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Guest User" userId="" providerId="Windows Live" clId="Web-{2C9F73B7-D570-93CA-0752-321AE502080C}" dt="2026-06-11T16:28:47.799" v="1385" actId="20577"/>
          <ac:spMkLst>
            <pc:docMk/>
            <pc:sldMk cId="0" sldId="274"/>
            <ac:spMk id="16" creationId="{DA6F9A6F-9116-DA6B-B95F-DE81A961E892}"/>
          </ac:spMkLst>
        </pc:spChg>
      </pc:sldChg>
      <pc:sldChg chg="modSp">
        <pc:chgData name="Guest User" userId="" providerId="Windows Live" clId="Web-{2C9F73B7-D570-93CA-0752-321AE502080C}" dt="2026-06-11T16:34:02.891" v="1451"/>
        <pc:sldMkLst>
          <pc:docMk/>
          <pc:sldMk cId="0" sldId="275"/>
        </pc:sldMkLst>
        <pc:spChg chg="mod">
          <ac:chgData name="Guest User" userId="" providerId="Windows Live" clId="Web-{2C9F73B7-D570-93CA-0752-321AE502080C}" dt="2026-06-11T16:23:46.911" v="1312" actId="20577"/>
          <ac:spMkLst>
            <pc:docMk/>
            <pc:sldMk cId="0" sldId="275"/>
            <ac:spMk id="3" creationId="{00000000-0000-0000-0000-000000000000}"/>
          </ac:spMkLst>
        </pc:spChg>
        <pc:graphicFrameChg chg="mod modGraphic">
          <ac:chgData name="Guest User" userId="" providerId="Windows Live" clId="Web-{2C9F73B7-D570-93CA-0752-321AE502080C}" dt="2026-06-11T16:34:02.891" v="1451"/>
          <ac:graphicFrameMkLst>
            <pc:docMk/>
            <pc:sldMk cId="0" sldId="275"/>
            <ac:graphicFrameMk id="21" creationId="{00000000-0000-0000-0000-000000000000}"/>
          </ac:graphicFrameMkLst>
        </pc:graphicFrameChg>
      </pc:sldChg>
      <pc:sldChg chg="modSp">
        <pc:chgData name="Guest User" userId="" providerId="Windows Live" clId="Web-{2C9F73B7-D570-93CA-0752-321AE502080C}" dt="2026-06-11T16:35:18.222" v="1485" actId="20577"/>
        <pc:sldMkLst>
          <pc:docMk/>
          <pc:sldMk cId="0" sldId="276"/>
        </pc:sldMkLst>
        <pc:spChg chg="mod">
          <ac:chgData name="Guest User" userId="" providerId="Windows Live" clId="Web-{2C9F73B7-D570-93CA-0752-321AE502080C}" dt="2026-06-11T16:35:18.222" v="1485" actId="20577"/>
          <ac:spMkLst>
            <pc:docMk/>
            <pc:sldMk cId="0" sldId="276"/>
            <ac:spMk id="3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36:35.616" v="1501" actId="20577"/>
        <pc:sldMkLst>
          <pc:docMk/>
          <pc:sldMk cId="0" sldId="277"/>
        </pc:sldMkLst>
        <pc:spChg chg="mod">
          <ac:chgData name="Guest User" userId="" providerId="Windows Live" clId="Web-{2C9F73B7-D570-93CA-0752-321AE502080C}" dt="2026-06-11T16:36:35.616" v="1501" actId="20577"/>
          <ac:spMkLst>
            <pc:docMk/>
            <pc:sldMk cId="0" sldId="277"/>
            <ac:spMk id="8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37:45.854" v="1528" actId="20577"/>
        <pc:sldMkLst>
          <pc:docMk/>
          <pc:sldMk cId="0" sldId="279"/>
        </pc:sldMkLst>
        <pc:spChg chg="mod">
          <ac:chgData name="Guest User" userId="" providerId="Windows Live" clId="Web-{2C9F73B7-D570-93CA-0752-321AE502080C}" dt="2026-06-11T16:37:45.854" v="1528" actId="20577"/>
          <ac:spMkLst>
            <pc:docMk/>
            <pc:sldMk cId="0" sldId="279"/>
            <ac:spMk id="14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38:23.809" v="1553" actId="20577"/>
        <pc:sldMkLst>
          <pc:docMk/>
          <pc:sldMk cId="0" sldId="280"/>
        </pc:sldMkLst>
        <pc:spChg chg="mod">
          <ac:chgData name="Guest User" userId="" providerId="Windows Live" clId="Web-{2C9F73B7-D570-93CA-0752-321AE502080C}" dt="2026-06-11T16:37:57.745" v="1538" actId="20577"/>
          <ac:spMkLst>
            <pc:docMk/>
            <pc:sldMk cId="0" sldId="280"/>
            <ac:spMk id="3" creationId="{00000000-0000-0000-0000-000000000000}"/>
          </ac:spMkLst>
        </pc:spChg>
        <pc:spChg chg="mod">
          <ac:chgData name="Guest User" userId="" providerId="Windows Live" clId="Web-{2C9F73B7-D570-93CA-0752-321AE502080C}" dt="2026-06-11T16:38:23.809" v="1553" actId="20577"/>
          <ac:spMkLst>
            <pc:docMk/>
            <pc:sldMk cId="0" sldId="280"/>
            <ac:spMk id="4" creationId="{00000000-0000-0000-0000-000000000000}"/>
          </ac:spMkLst>
        </pc:spChg>
      </pc:sldChg>
      <pc:sldChg chg="modSp">
        <pc:chgData name="Guest User" userId="" providerId="Windows Live" clId="Web-{2C9F73B7-D570-93CA-0752-321AE502080C}" dt="2026-06-11T16:39:00.169" v="1564" actId="20577"/>
        <pc:sldMkLst>
          <pc:docMk/>
          <pc:sldMk cId="0" sldId="282"/>
        </pc:sldMkLst>
        <pc:spChg chg="mod">
          <ac:chgData name="Guest User" userId="" providerId="Windows Live" clId="Web-{2C9F73B7-D570-93CA-0752-321AE502080C}" dt="2026-06-11T16:38:49.028" v="1559" actId="20577"/>
          <ac:spMkLst>
            <pc:docMk/>
            <pc:sldMk cId="0" sldId="282"/>
            <ac:spMk id="16" creationId="{00000000-0000-0000-0000-000000000000}"/>
          </ac:spMkLst>
        </pc:spChg>
        <pc:spChg chg="mod">
          <ac:chgData name="Guest User" userId="" providerId="Windows Live" clId="Web-{2C9F73B7-D570-93CA-0752-321AE502080C}" dt="2026-06-11T16:39:00.169" v="1564" actId="20577"/>
          <ac:spMkLst>
            <pc:docMk/>
            <pc:sldMk cId="0" sldId="282"/>
            <ac:spMk id="17" creationId="{00000000-0000-0000-0000-000000000000}"/>
          </ac:spMkLst>
        </pc:spChg>
      </pc:sldChg>
      <pc:sldChg chg="modSp add ord replId">
        <pc:chgData name="Guest User" userId="" providerId="Windows Live" clId="Web-{2C9F73B7-D570-93CA-0752-321AE502080C}" dt="2026-06-11T16:24:22.881" v="1336" actId="20577"/>
        <pc:sldMkLst>
          <pc:docMk/>
          <pc:sldMk cId="2125446996" sldId="292"/>
        </pc:sldMkLst>
        <pc:spChg chg="mod">
          <ac:chgData name="Guest User" userId="" providerId="Windows Live" clId="Web-{2C9F73B7-D570-93CA-0752-321AE502080C}" dt="2026-06-11T16:23:10.784" v="1286" actId="20577"/>
          <ac:spMkLst>
            <pc:docMk/>
            <pc:sldMk cId="2125446996" sldId="292"/>
            <ac:spMk id="3" creationId="{01C0D922-9368-A38A-31FD-F4CDC7FDC07B}"/>
          </ac:spMkLst>
        </pc:spChg>
        <pc:spChg chg="mod">
          <ac:chgData name="Guest User" userId="" providerId="Windows Live" clId="Web-{2C9F73B7-D570-93CA-0752-321AE502080C}" dt="2026-06-11T16:18:32.694" v="1157" actId="14100"/>
          <ac:spMkLst>
            <pc:docMk/>
            <pc:sldMk cId="2125446996" sldId="292"/>
            <ac:spMk id="7" creationId="{7AE3F2FA-BCA2-C996-28B8-7FDF759AB443}"/>
          </ac:spMkLst>
        </pc:spChg>
        <pc:spChg chg="mod">
          <ac:chgData name="Guest User" userId="" providerId="Windows Live" clId="Web-{2C9F73B7-D570-93CA-0752-321AE502080C}" dt="2026-06-11T16:18:38.335" v="1158" actId="14100"/>
          <ac:spMkLst>
            <pc:docMk/>
            <pc:sldMk cId="2125446996" sldId="292"/>
            <ac:spMk id="8" creationId="{7EB0AE4E-EC49-54AD-123D-5C1547B265A1}"/>
          </ac:spMkLst>
        </pc:spChg>
        <pc:spChg chg="mod">
          <ac:chgData name="Guest User" userId="" providerId="Windows Live" clId="Web-{2C9F73B7-D570-93CA-0752-321AE502080C}" dt="2026-06-11T16:05:04.175" v="561" actId="20577"/>
          <ac:spMkLst>
            <pc:docMk/>
            <pc:sldMk cId="2125446996" sldId="292"/>
            <ac:spMk id="9" creationId="{115539F2-D8B8-2596-32EC-0EFB442F4AA3}"/>
          </ac:spMkLst>
        </pc:spChg>
        <pc:spChg chg="mod">
          <ac:chgData name="Guest User" userId="" providerId="Windows Live" clId="Web-{2C9F73B7-D570-93CA-0752-321AE502080C}" dt="2026-06-11T16:18:25.131" v="1156" actId="14100"/>
          <ac:spMkLst>
            <pc:docMk/>
            <pc:sldMk cId="2125446996" sldId="292"/>
            <ac:spMk id="10" creationId="{941585BF-33C1-987B-F4A9-397EA2DB28C8}"/>
          </ac:spMkLst>
        </pc:spChg>
        <pc:spChg chg="mod">
          <ac:chgData name="Guest User" userId="" providerId="Windows Live" clId="Web-{2C9F73B7-D570-93CA-0752-321AE502080C}" dt="2026-06-11T16:18:58.805" v="1170" actId="20577"/>
          <ac:spMkLst>
            <pc:docMk/>
            <pc:sldMk cId="2125446996" sldId="292"/>
            <ac:spMk id="11" creationId="{EA5D65D1-3F3B-656A-C330-4C6C5967DB55}"/>
          </ac:spMkLst>
        </pc:spChg>
        <pc:spChg chg="mod">
          <ac:chgData name="Guest User" userId="" providerId="Windows Live" clId="Web-{2C9F73B7-D570-93CA-0752-321AE502080C}" dt="2026-06-11T16:24:22.881" v="1336" actId="20577"/>
          <ac:spMkLst>
            <pc:docMk/>
            <pc:sldMk cId="2125446996" sldId="292"/>
            <ac:spMk id="13" creationId="{D2BAE03D-CDBC-F7E4-5DA7-A1D59B053530}"/>
          </ac:spMkLst>
        </pc:spChg>
        <pc:graphicFrameChg chg="mod modGraphic">
          <ac:chgData name="Guest User" userId="" providerId="Windows Live" clId="Web-{2C9F73B7-D570-93CA-0752-321AE502080C}" dt="2026-06-11T16:19:09.790" v="1182"/>
          <ac:graphicFrameMkLst>
            <pc:docMk/>
            <pc:sldMk cId="2125446996" sldId="292"/>
            <ac:graphicFrameMk id="14" creationId="{A7D04A87-4093-D15B-7F07-7997C5D61C8F}"/>
          </ac:graphicFrameMkLst>
        </pc:graphicFrameChg>
      </pc:sldChg>
    </pc:docChg>
  </pc:docChgLst>
  <pc:docChgLst>
    <pc:chgData name="Guest User" providerId="Windows Live" clId="Web-{042FF4B2-C162-0C0F-2EAB-C6B2D4D892B4}"/>
    <pc:docChg chg="modSld">
      <pc:chgData name="Guest User" userId="" providerId="Windows Live" clId="Web-{042FF4B2-C162-0C0F-2EAB-C6B2D4D892B4}" dt="2026-06-12T07:04:11.154" v="160" actId="14100"/>
      <pc:docMkLst>
        <pc:docMk/>
      </pc:docMkLst>
      <pc:sldChg chg="modSp">
        <pc:chgData name="Guest User" userId="" providerId="Windows Live" clId="Web-{042FF4B2-C162-0C0F-2EAB-C6B2D4D892B4}" dt="2026-06-12T06:27:42.032" v="6"/>
        <pc:sldMkLst>
          <pc:docMk/>
          <pc:sldMk cId="0" sldId="256"/>
        </pc:sldMkLst>
        <pc:spChg chg="mod">
          <ac:chgData name="Guest User" userId="" providerId="Windows Live" clId="Web-{042FF4B2-C162-0C0F-2EAB-C6B2D4D892B4}" dt="2026-06-12T06:27:34.673" v="4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Guest User" userId="" providerId="Windows Live" clId="Web-{042FF4B2-C162-0C0F-2EAB-C6B2D4D892B4}" dt="2026-06-12T06:27:42.001" v="5"/>
          <ac:spMkLst>
            <pc:docMk/>
            <pc:sldMk cId="0" sldId="256"/>
            <ac:spMk id="11" creationId="{00000000-0000-0000-0000-000000000000}"/>
          </ac:spMkLst>
        </pc:spChg>
        <pc:spChg chg="mod">
          <ac:chgData name="Guest User" userId="" providerId="Windows Live" clId="Web-{042FF4B2-C162-0C0F-2EAB-C6B2D4D892B4}" dt="2026-06-12T06:27:42.032" v="6"/>
          <ac:spMkLst>
            <pc:docMk/>
            <pc:sldMk cId="0" sldId="256"/>
            <ac:spMk id="13" creationId="{00000000-0000-0000-0000-000000000000}"/>
          </ac:spMkLst>
        </pc:spChg>
      </pc:sldChg>
      <pc:sldChg chg="modSp">
        <pc:chgData name="Guest User" userId="" providerId="Windows Live" clId="Web-{042FF4B2-C162-0C0F-2EAB-C6B2D4D892B4}" dt="2026-06-12T06:29:34.771" v="67" actId="20577"/>
        <pc:sldMkLst>
          <pc:docMk/>
          <pc:sldMk cId="0" sldId="257"/>
        </pc:sldMkLst>
        <pc:spChg chg="mod">
          <ac:chgData name="Guest User" userId="" providerId="Windows Live" clId="Web-{042FF4B2-C162-0C0F-2EAB-C6B2D4D892B4}" dt="2026-06-12T06:29:08.786" v="65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Guest User" userId="" providerId="Windows Live" clId="Web-{042FF4B2-C162-0C0F-2EAB-C6B2D4D892B4}" dt="2026-06-12T06:29:34.771" v="67" actId="20577"/>
          <ac:spMkLst>
            <pc:docMk/>
            <pc:sldMk cId="0" sldId="257"/>
            <ac:spMk id="5" creationId="{00000000-0000-0000-0000-000000000000}"/>
          </ac:spMkLst>
        </pc:spChg>
      </pc:sldChg>
      <pc:sldChg chg="delSp">
        <pc:chgData name="Guest User" userId="" providerId="Windows Live" clId="Web-{042FF4B2-C162-0C0F-2EAB-C6B2D4D892B4}" dt="2026-06-12T06:36:51.212" v="68"/>
        <pc:sldMkLst>
          <pc:docMk/>
          <pc:sldMk cId="0" sldId="259"/>
        </pc:sldMkLst>
        <pc:spChg chg="del">
          <ac:chgData name="Guest User" userId="" providerId="Windows Live" clId="Web-{042FF4B2-C162-0C0F-2EAB-C6B2D4D892B4}" dt="2026-06-12T06:36:51.212" v="68"/>
          <ac:spMkLst>
            <pc:docMk/>
            <pc:sldMk cId="0" sldId="259"/>
            <ac:spMk id="8" creationId="{00000000-0000-0000-0000-000000000000}"/>
          </ac:spMkLst>
        </pc:spChg>
      </pc:sldChg>
      <pc:sldChg chg="modSp">
        <pc:chgData name="Guest User" userId="" providerId="Windows Live" clId="Web-{042FF4B2-C162-0C0F-2EAB-C6B2D4D892B4}" dt="2026-06-12T07:04:11.154" v="160" actId="14100"/>
        <pc:sldMkLst>
          <pc:docMk/>
          <pc:sldMk cId="0" sldId="260"/>
        </pc:sldMkLst>
        <pc:spChg chg="mod">
          <ac:chgData name="Guest User" userId="" providerId="Windows Live" clId="Web-{042FF4B2-C162-0C0F-2EAB-C6B2D4D892B4}" dt="2026-06-12T06:37:08.744" v="70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Guest User" userId="" providerId="Windows Live" clId="Web-{042FF4B2-C162-0C0F-2EAB-C6B2D4D892B4}" dt="2026-06-12T06:38:42.201" v="103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Guest User" userId="" providerId="Windows Live" clId="Web-{042FF4B2-C162-0C0F-2EAB-C6B2D4D892B4}" dt="2026-06-12T07:04:11.154" v="160" actId="14100"/>
          <ac:spMkLst>
            <pc:docMk/>
            <pc:sldMk cId="0" sldId="260"/>
            <ac:spMk id="9" creationId="{00000000-0000-0000-0000-000000000000}"/>
          </ac:spMkLst>
        </pc:spChg>
        <pc:spChg chg="mod">
          <ac:chgData name="Guest User" userId="" providerId="Windows Live" clId="Web-{042FF4B2-C162-0C0F-2EAB-C6B2D4D892B4}" dt="2026-06-12T07:01:17.543" v="106" actId="20577"/>
          <ac:spMkLst>
            <pc:docMk/>
            <pc:sldMk cId="0" sldId="260"/>
            <ac:spMk id="17" creationId="{3CD6678E-E17B-21E8-DEF0-0EE808855EC9}"/>
          </ac:spMkLst>
        </pc:spChg>
      </pc:sldChg>
    </pc:docChg>
  </pc:docChgLst>
  <pc:docChgLst>
    <pc:chgData name="준우 남" userId="34eda6a562e0ff2f" providerId="LiveId" clId="{4E77EFC6-A8DD-5EC1-AADC-E2B6F07EC154}"/>
    <pc:docChg chg="custSel modSld">
      <pc:chgData name="준우 남" userId="34eda6a562e0ff2f" providerId="LiveId" clId="{4E77EFC6-A8DD-5EC1-AADC-E2B6F07EC154}" dt="2026-06-12T11:43:25.779" v="64" actId="1076"/>
      <pc:docMkLst>
        <pc:docMk/>
      </pc:docMkLst>
      <pc:sldChg chg="addSp delSp modSp mod">
        <pc:chgData name="준우 남" userId="34eda6a562e0ff2f" providerId="LiveId" clId="{4E77EFC6-A8DD-5EC1-AADC-E2B6F07EC154}" dt="2026-06-12T11:39:08.457" v="49" actId="20577"/>
        <pc:sldMkLst>
          <pc:docMk/>
          <pc:sldMk cId="0" sldId="256"/>
        </pc:sldMkLst>
        <pc:spChg chg="add mod">
          <ac:chgData name="준우 남" userId="34eda6a562e0ff2f" providerId="LiveId" clId="{4E77EFC6-A8DD-5EC1-AADC-E2B6F07EC154}" dt="2026-06-12T11:39:08.457" v="49" actId="20577"/>
          <ac:spMkLst>
            <pc:docMk/>
            <pc:sldMk cId="0" sldId="256"/>
            <ac:spMk id="10" creationId="{09D94A22-B18C-46A8-43ED-D8AAC3098436}"/>
          </ac:spMkLst>
        </pc:spChg>
        <pc:spChg chg="mod">
          <ac:chgData name="준우 남" userId="34eda6a562e0ff2f" providerId="LiveId" clId="{4E77EFC6-A8DD-5EC1-AADC-E2B6F07EC154}" dt="2026-06-12T11:38:39.780" v="8" actId="1076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준우 남" userId="34eda6a562e0ff2f" providerId="LiveId" clId="{4E77EFC6-A8DD-5EC1-AADC-E2B6F07EC154}" dt="2026-06-12T11:38:57.307" v="46" actId="478"/>
          <ac:spMkLst>
            <pc:docMk/>
            <pc:sldMk cId="0" sldId="256"/>
            <ac:spMk id="12" creationId="{1460B394-58D3-2DD1-00FF-B664A9CAF713}"/>
          </ac:spMkLst>
        </pc:spChg>
      </pc:sldChg>
      <pc:sldChg chg="modSp mod">
        <pc:chgData name="준우 남" userId="34eda6a562e0ff2f" providerId="LiveId" clId="{4E77EFC6-A8DD-5EC1-AADC-E2B6F07EC154}" dt="2026-06-12T07:48:14.606" v="6" actId="20577"/>
        <pc:sldMkLst>
          <pc:docMk/>
          <pc:sldMk cId="0" sldId="260"/>
        </pc:sldMkLst>
        <pc:spChg chg="mod">
          <ac:chgData name="준우 남" userId="34eda6a562e0ff2f" providerId="LiveId" clId="{4E77EFC6-A8DD-5EC1-AADC-E2B6F07EC154}" dt="2026-06-12T07:48:14.606" v="6" actId="20577"/>
          <ac:spMkLst>
            <pc:docMk/>
            <pc:sldMk cId="0" sldId="260"/>
            <ac:spMk id="17" creationId="{3CD6678E-E17B-21E8-DEF0-0EE808855EC9}"/>
          </ac:spMkLst>
        </pc:spChg>
      </pc:sldChg>
      <pc:sldChg chg="delSp modSp mod">
        <pc:chgData name="준우 남" userId="34eda6a562e0ff2f" providerId="LiveId" clId="{4E77EFC6-A8DD-5EC1-AADC-E2B6F07EC154}" dt="2026-06-12T11:43:25.779" v="64" actId="1076"/>
        <pc:sldMkLst>
          <pc:docMk/>
          <pc:sldMk cId="0" sldId="291"/>
        </pc:sldMkLst>
        <pc:spChg chg="mod">
          <ac:chgData name="준우 남" userId="34eda6a562e0ff2f" providerId="LiveId" clId="{4E77EFC6-A8DD-5EC1-AADC-E2B6F07EC154}" dt="2026-06-12T11:43:25.779" v="64" actId="1076"/>
          <ac:spMkLst>
            <pc:docMk/>
            <pc:sldMk cId="0" sldId="291"/>
            <ac:spMk id="6" creationId="{00000000-0000-0000-0000-000000000000}"/>
          </ac:spMkLst>
        </pc:spChg>
        <pc:spChg chg="del">
          <ac:chgData name="준우 남" userId="34eda6a562e0ff2f" providerId="LiveId" clId="{4E77EFC6-A8DD-5EC1-AADC-E2B6F07EC154}" dt="2026-06-12T08:53:44.134" v="7" actId="478"/>
          <ac:spMkLst>
            <pc:docMk/>
            <pc:sldMk cId="0" sldId="291"/>
            <ac:spMk id="7" creationId="{00000000-0000-0000-0000-000000000000}"/>
          </ac:spMkLst>
        </pc:spChg>
        <pc:spChg chg="del mod">
          <ac:chgData name="준우 남" userId="34eda6a562e0ff2f" providerId="LiveId" clId="{4E77EFC6-A8DD-5EC1-AADC-E2B6F07EC154}" dt="2026-06-12T11:43:14.056" v="63" actId="478"/>
          <ac:spMkLst>
            <pc:docMk/>
            <pc:sldMk cId="0" sldId="291"/>
            <ac:spMk id="8" creationId="{00000000-0000-0000-0000-000000000000}"/>
          </ac:spMkLst>
        </pc:spChg>
      </pc:sldChg>
    </pc:docChg>
  </pc:docChgLst>
  <pc:docChgLst>
    <pc:chgData name="Guest User" providerId="Windows Live" clId="Web-{D3931327-A612-285D-F4BE-DE360AEBBE0D}"/>
    <pc:docChg chg="modSld">
      <pc:chgData name="Guest User" userId="" providerId="Windows Live" clId="Web-{D3931327-A612-285D-F4BE-DE360AEBBE0D}" dt="2026-06-12T08:57:23.094" v="85"/>
      <pc:docMkLst>
        <pc:docMk/>
      </pc:docMkLst>
      <pc:sldChg chg="addSp delSp modSp">
        <pc:chgData name="Guest User" userId="" providerId="Windows Live" clId="Web-{D3931327-A612-285D-F4BE-DE360AEBBE0D}" dt="2026-06-12T08:53:57.325" v="8"/>
        <pc:sldMkLst>
          <pc:docMk/>
          <pc:sldMk cId="0" sldId="260"/>
        </pc:sldMkLst>
        <pc:spChg chg="del">
          <ac:chgData name="Guest User" userId="" providerId="Windows Live" clId="Web-{D3931327-A612-285D-F4BE-DE360AEBBE0D}" dt="2026-06-12T08:53:55.731" v="7"/>
          <ac:spMkLst>
            <pc:docMk/>
            <pc:sldMk cId="0" sldId="260"/>
            <ac:spMk id="4" creationId="{00000000-0000-0000-0000-000000000000}"/>
          </ac:spMkLst>
        </pc:spChg>
        <pc:spChg chg="mod">
          <ac:chgData name="Guest User" userId="" providerId="Windows Live" clId="Web-{D3931327-A612-285D-F4BE-DE360AEBBE0D}" dt="2026-06-12T08:53:42.418" v="6" actId="2057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Guest User" userId="" providerId="Windows Live" clId="Web-{D3931327-A612-285D-F4BE-DE360AEBBE0D}" dt="2026-06-12T08:53:13.495" v="2" actId="1076"/>
          <ac:spMkLst>
            <pc:docMk/>
            <pc:sldMk cId="0" sldId="260"/>
            <ac:spMk id="17" creationId="{3CD6678E-E17B-21E8-DEF0-0EE808855EC9}"/>
          </ac:spMkLst>
        </pc:spChg>
        <pc:spChg chg="add">
          <ac:chgData name="Guest User" userId="" providerId="Windows Live" clId="Web-{D3931327-A612-285D-F4BE-DE360AEBBE0D}" dt="2026-06-12T08:53:57.325" v="8"/>
          <ac:spMkLst>
            <pc:docMk/>
            <pc:sldMk cId="0" sldId="260"/>
            <ac:spMk id="19" creationId="{1CA66B02-D15D-A45E-4EC9-3377D1A283FA}"/>
          </ac:spMkLst>
        </pc:spChg>
      </pc:sldChg>
      <pc:sldChg chg="addSp delSp">
        <pc:chgData name="Guest User" userId="" providerId="Windows Live" clId="Web-{D3931327-A612-285D-F4BE-DE360AEBBE0D}" dt="2026-06-12T08:54:03.012" v="10"/>
        <pc:sldMkLst>
          <pc:docMk/>
          <pc:sldMk cId="0" sldId="261"/>
        </pc:sldMkLst>
        <pc:spChg chg="del">
          <ac:chgData name="Guest User" userId="" providerId="Windows Live" clId="Web-{D3931327-A612-285D-F4BE-DE360AEBBE0D}" dt="2026-06-12T08:54:01.669" v="9"/>
          <ac:spMkLst>
            <pc:docMk/>
            <pc:sldMk cId="0" sldId="261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4:03.012" v="10"/>
          <ac:spMkLst>
            <pc:docMk/>
            <pc:sldMk cId="0" sldId="261"/>
            <ac:spMk id="18" creationId="{EDCD6750-10A6-3C14-1F7F-DB721C7D9339}"/>
          </ac:spMkLst>
        </pc:spChg>
      </pc:sldChg>
      <pc:sldChg chg="addSp delSp">
        <pc:chgData name="Guest User" userId="" providerId="Windows Live" clId="Web-{D3931327-A612-285D-F4BE-DE360AEBBE0D}" dt="2026-06-12T08:54:13.028" v="12"/>
        <pc:sldMkLst>
          <pc:docMk/>
          <pc:sldMk cId="0" sldId="262"/>
        </pc:sldMkLst>
        <pc:spChg chg="del">
          <ac:chgData name="Guest User" userId="" providerId="Windows Live" clId="Web-{D3931327-A612-285D-F4BE-DE360AEBBE0D}" dt="2026-06-12T08:54:11.809" v="11"/>
          <ac:spMkLst>
            <pc:docMk/>
            <pc:sldMk cId="0" sldId="262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4:13.028" v="12"/>
          <ac:spMkLst>
            <pc:docMk/>
            <pc:sldMk cId="0" sldId="262"/>
            <ac:spMk id="19" creationId="{3894A6A0-33BD-F0E2-229E-9D2BE8F74439}"/>
          </ac:spMkLst>
        </pc:spChg>
      </pc:sldChg>
      <pc:sldChg chg="addSp delSp">
        <pc:chgData name="Guest User" userId="" providerId="Windows Live" clId="Web-{D3931327-A612-285D-F4BE-DE360AEBBE0D}" dt="2026-06-12T08:54:18.169" v="14"/>
        <pc:sldMkLst>
          <pc:docMk/>
          <pc:sldMk cId="0" sldId="263"/>
        </pc:sldMkLst>
        <pc:spChg chg="del">
          <ac:chgData name="Guest User" userId="" providerId="Windows Live" clId="Web-{D3931327-A612-285D-F4BE-DE360AEBBE0D}" dt="2026-06-12T08:54:17.888" v="13"/>
          <ac:spMkLst>
            <pc:docMk/>
            <pc:sldMk cId="0" sldId="263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4:18.169" v="14"/>
          <ac:spMkLst>
            <pc:docMk/>
            <pc:sldMk cId="0" sldId="263"/>
            <ac:spMk id="26" creationId="{5D2EF77F-3657-EB62-2B00-2560CAF8BF64}"/>
          </ac:spMkLst>
        </pc:spChg>
      </pc:sldChg>
      <pc:sldChg chg="addSp delSp">
        <pc:chgData name="Guest User" userId="" providerId="Windows Live" clId="Web-{D3931327-A612-285D-F4BE-DE360AEBBE0D}" dt="2026-06-12T08:54:39.498" v="22"/>
        <pc:sldMkLst>
          <pc:docMk/>
          <pc:sldMk cId="0" sldId="264"/>
        </pc:sldMkLst>
        <pc:spChg chg="add del">
          <ac:chgData name="Guest User" userId="" providerId="Windows Live" clId="Web-{D3931327-A612-285D-F4BE-DE360AEBBE0D}" dt="2026-06-12T08:54:38.294" v="21"/>
          <ac:spMkLst>
            <pc:docMk/>
            <pc:sldMk cId="0" sldId="264"/>
            <ac:spMk id="5" creationId="{00000000-0000-0000-0000-000000000000}"/>
          </ac:spMkLst>
        </pc:spChg>
        <pc:spChg chg="add del">
          <ac:chgData name="Guest User" userId="" providerId="Windows Live" clId="Web-{D3931327-A612-285D-F4BE-DE360AEBBE0D}" dt="2026-06-12T08:54:25.919" v="17"/>
          <ac:spMkLst>
            <pc:docMk/>
            <pc:sldMk cId="0" sldId="264"/>
            <ac:spMk id="25" creationId="{DE025502-2646-0E54-217E-90E1652CB4ED}"/>
          </ac:spMkLst>
        </pc:spChg>
        <pc:spChg chg="add del">
          <ac:chgData name="Guest User" userId="" providerId="Windows Live" clId="Web-{D3931327-A612-285D-F4BE-DE360AEBBE0D}" dt="2026-06-12T08:54:35.357" v="20"/>
          <ac:spMkLst>
            <pc:docMk/>
            <pc:sldMk cId="0" sldId="264"/>
            <ac:spMk id="27" creationId="{33565CD1-EE25-7033-DD37-0551384F664E}"/>
          </ac:spMkLst>
        </pc:spChg>
        <pc:spChg chg="add">
          <ac:chgData name="Guest User" userId="" providerId="Windows Live" clId="Web-{D3931327-A612-285D-F4BE-DE360AEBBE0D}" dt="2026-06-12T08:54:39.498" v="22"/>
          <ac:spMkLst>
            <pc:docMk/>
            <pc:sldMk cId="0" sldId="264"/>
            <ac:spMk id="29" creationId="{D5549020-ABED-CCA9-C164-8C3029FEDA38}"/>
          </ac:spMkLst>
        </pc:spChg>
      </pc:sldChg>
      <pc:sldChg chg="addSp delSp modSp">
        <pc:chgData name="Guest User" userId="" providerId="Windows Live" clId="Web-{D3931327-A612-285D-F4BE-DE360AEBBE0D}" dt="2026-06-12T08:54:50.107" v="27"/>
        <pc:sldMkLst>
          <pc:docMk/>
          <pc:sldMk cId="0" sldId="265"/>
        </pc:sldMkLst>
        <pc:spChg chg="del mod">
          <ac:chgData name="Guest User" userId="" providerId="Windows Live" clId="Web-{D3931327-A612-285D-F4BE-DE360AEBBE0D}" dt="2026-06-12T08:54:47.623" v="26"/>
          <ac:spMkLst>
            <pc:docMk/>
            <pc:sldMk cId="0" sldId="265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4:50.107" v="27"/>
          <ac:spMkLst>
            <pc:docMk/>
            <pc:sldMk cId="0" sldId="265"/>
            <ac:spMk id="19" creationId="{F0C3AF58-B922-5378-BC86-B7A682A8EE83}"/>
          </ac:spMkLst>
        </pc:spChg>
      </pc:sldChg>
      <pc:sldChg chg="delSp modSp">
        <pc:chgData name="Guest User" userId="" providerId="Windows Live" clId="Web-{D3931327-A612-285D-F4BE-DE360AEBBE0D}" dt="2026-06-12T08:54:56.092" v="29"/>
        <pc:sldMkLst>
          <pc:docMk/>
          <pc:sldMk cId="0" sldId="266"/>
        </pc:sldMkLst>
        <pc:spChg chg="del mod">
          <ac:chgData name="Guest User" userId="" providerId="Windows Live" clId="Web-{D3931327-A612-285D-F4BE-DE360AEBBE0D}" dt="2026-06-12T08:54:56.092" v="29"/>
          <ac:spMkLst>
            <pc:docMk/>
            <pc:sldMk cId="0" sldId="266"/>
            <ac:spMk id="8" creationId="{00000000-0000-0000-0000-000000000000}"/>
          </ac:spMkLst>
        </pc:spChg>
      </pc:sldChg>
      <pc:sldChg chg="addSp delSp">
        <pc:chgData name="Guest User" userId="" providerId="Windows Live" clId="Web-{D3931327-A612-285D-F4BE-DE360AEBBE0D}" dt="2026-06-12T08:55:03.545" v="31"/>
        <pc:sldMkLst>
          <pc:docMk/>
          <pc:sldMk cId="0" sldId="267"/>
        </pc:sldMkLst>
        <pc:spChg chg="del">
          <ac:chgData name="Guest User" userId="" providerId="Windows Live" clId="Web-{D3931327-A612-285D-F4BE-DE360AEBBE0D}" dt="2026-06-12T08:55:01.607" v="30"/>
          <ac:spMkLst>
            <pc:docMk/>
            <pc:sldMk cId="0" sldId="267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03.545" v="31"/>
          <ac:spMkLst>
            <pc:docMk/>
            <pc:sldMk cId="0" sldId="267"/>
            <ac:spMk id="41" creationId="{2AFCAA95-0015-0460-1540-3B5965D89975}"/>
          </ac:spMkLst>
        </pc:spChg>
      </pc:sldChg>
      <pc:sldChg chg="addSp delSp">
        <pc:chgData name="Guest User" userId="" providerId="Windows Live" clId="Web-{D3931327-A612-285D-F4BE-DE360AEBBE0D}" dt="2026-06-12T08:55:14.717" v="37"/>
        <pc:sldMkLst>
          <pc:docMk/>
          <pc:sldMk cId="0" sldId="268"/>
        </pc:sldMkLst>
        <pc:spChg chg="del">
          <ac:chgData name="Guest User" userId="" providerId="Windows Live" clId="Web-{D3931327-A612-285D-F4BE-DE360AEBBE0D}" dt="2026-06-12T08:55:13.795" v="36"/>
          <ac:spMkLst>
            <pc:docMk/>
            <pc:sldMk cId="0" sldId="268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14.717" v="37"/>
          <ac:spMkLst>
            <pc:docMk/>
            <pc:sldMk cId="0" sldId="268"/>
            <ac:spMk id="15" creationId="{598726D1-10A9-448F-7795-FA1F777C18D9}"/>
          </ac:spMkLst>
        </pc:spChg>
      </pc:sldChg>
      <pc:sldChg chg="addSp delSp">
        <pc:chgData name="Guest User" userId="" providerId="Windows Live" clId="Web-{D3931327-A612-285D-F4BE-DE360AEBBE0D}" dt="2026-06-12T08:55:19.311" v="39"/>
        <pc:sldMkLst>
          <pc:docMk/>
          <pc:sldMk cId="0" sldId="269"/>
        </pc:sldMkLst>
        <pc:spChg chg="del">
          <ac:chgData name="Guest User" userId="" providerId="Windows Live" clId="Web-{D3931327-A612-285D-F4BE-DE360AEBBE0D}" dt="2026-06-12T08:55:18.373" v="38"/>
          <ac:spMkLst>
            <pc:docMk/>
            <pc:sldMk cId="0" sldId="269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19.311" v="39"/>
          <ac:spMkLst>
            <pc:docMk/>
            <pc:sldMk cId="0" sldId="269"/>
            <ac:spMk id="19" creationId="{76E366AE-A47E-C56E-DE83-A57093B1A78E}"/>
          </ac:spMkLst>
        </pc:spChg>
      </pc:sldChg>
      <pc:sldChg chg="addSp delSp modSp">
        <pc:chgData name="Guest User" userId="" providerId="Windows Live" clId="Web-{D3931327-A612-285D-F4BE-DE360AEBBE0D}" dt="2026-06-12T08:55:23.686" v="42"/>
        <pc:sldMkLst>
          <pc:docMk/>
          <pc:sldMk cId="0" sldId="270"/>
        </pc:sldMkLst>
        <pc:spChg chg="del mod">
          <ac:chgData name="Guest User" userId="" providerId="Windows Live" clId="Web-{D3931327-A612-285D-F4BE-DE360AEBBE0D}" dt="2026-06-12T08:55:23.108" v="41"/>
          <ac:spMkLst>
            <pc:docMk/>
            <pc:sldMk cId="0" sldId="270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23.686" v="42"/>
          <ac:spMkLst>
            <pc:docMk/>
            <pc:sldMk cId="0" sldId="270"/>
            <ac:spMk id="20" creationId="{F334EF03-4132-7E31-26F7-EA109E5CF68E}"/>
          </ac:spMkLst>
        </pc:spChg>
      </pc:sldChg>
      <pc:sldChg chg="addSp delSp">
        <pc:chgData name="Guest User" userId="" providerId="Windows Live" clId="Web-{D3931327-A612-285D-F4BE-DE360AEBBE0D}" dt="2026-06-12T08:55:31.967" v="44"/>
        <pc:sldMkLst>
          <pc:docMk/>
          <pc:sldMk cId="0" sldId="271"/>
        </pc:sldMkLst>
        <pc:spChg chg="del">
          <ac:chgData name="Guest User" userId="" providerId="Windows Live" clId="Web-{D3931327-A612-285D-F4BE-DE360AEBBE0D}" dt="2026-06-12T08:55:30.014" v="43"/>
          <ac:spMkLst>
            <pc:docMk/>
            <pc:sldMk cId="0" sldId="271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31.967" v="44"/>
          <ac:spMkLst>
            <pc:docMk/>
            <pc:sldMk cId="0" sldId="271"/>
            <ac:spMk id="10" creationId="{D723131C-B3C5-700F-58D0-84FD592AC3C7}"/>
          </ac:spMkLst>
        </pc:spChg>
      </pc:sldChg>
      <pc:sldChg chg="addSp delSp">
        <pc:chgData name="Guest User" userId="" providerId="Windows Live" clId="Web-{D3931327-A612-285D-F4BE-DE360AEBBE0D}" dt="2026-06-12T08:55:34.061" v="46"/>
        <pc:sldMkLst>
          <pc:docMk/>
          <pc:sldMk cId="0" sldId="272"/>
        </pc:sldMkLst>
        <pc:spChg chg="del">
          <ac:chgData name="Guest User" userId="" providerId="Windows Live" clId="Web-{D3931327-A612-285D-F4BE-DE360AEBBE0D}" dt="2026-06-12T08:55:33.249" v="45"/>
          <ac:spMkLst>
            <pc:docMk/>
            <pc:sldMk cId="0" sldId="272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34.061" v="46"/>
          <ac:spMkLst>
            <pc:docMk/>
            <pc:sldMk cId="0" sldId="272"/>
            <ac:spMk id="20" creationId="{675C0873-1934-10CA-E06A-4B762D924C19}"/>
          </ac:spMkLst>
        </pc:spChg>
      </pc:sldChg>
      <pc:sldChg chg="addSp delSp modSp">
        <pc:chgData name="Guest User" userId="" providerId="Windows Live" clId="Web-{D3931327-A612-285D-F4BE-DE360AEBBE0D}" dt="2026-06-12T08:55:41.811" v="52"/>
        <pc:sldMkLst>
          <pc:docMk/>
          <pc:sldMk cId="0" sldId="273"/>
        </pc:sldMkLst>
        <pc:spChg chg="del mod">
          <ac:chgData name="Guest User" userId="" providerId="Windows Live" clId="Web-{D3931327-A612-285D-F4BE-DE360AEBBE0D}" dt="2026-06-12T08:55:40.858" v="51"/>
          <ac:spMkLst>
            <pc:docMk/>
            <pc:sldMk cId="0" sldId="273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41.811" v="52"/>
          <ac:spMkLst>
            <pc:docMk/>
            <pc:sldMk cId="0" sldId="273"/>
            <ac:spMk id="14" creationId="{81DDED96-A1F7-F8FC-D8D2-AB08DA628E7A}"/>
          </ac:spMkLst>
        </pc:spChg>
      </pc:sldChg>
      <pc:sldChg chg="addSp delSp modSp">
        <pc:chgData name="Guest User" userId="" providerId="Windows Live" clId="Web-{D3931327-A612-285D-F4BE-DE360AEBBE0D}" dt="2026-06-12T08:55:47.561" v="55"/>
        <pc:sldMkLst>
          <pc:docMk/>
          <pc:sldMk cId="0" sldId="274"/>
        </pc:sldMkLst>
        <pc:spChg chg="del mod">
          <ac:chgData name="Guest User" userId="" providerId="Windows Live" clId="Web-{D3931327-A612-285D-F4BE-DE360AEBBE0D}" dt="2026-06-12T08:55:47.374" v="54"/>
          <ac:spMkLst>
            <pc:docMk/>
            <pc:sldMk cId="0" sldId="274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47.561" v="55"/>
          <ac:spMkLst>
            <pc:docMk/>
            <pc:sldMk cId="0" sldId="274"/>
            <ac:spMk id="18" creationId="{B4CA7301-B152-B466-DEDA-8458DEEA18B2}"/>
          </ac:spMkLst>
        </pc:spChg>
      </pc:sldChg>
      <pc:sldChg chg="addSp delSp">
        <pc:chgData name="Guest User" userId="" providerId="Windows Live" clId="Web-{D3931327-A612-285D-F4BE-DE360AEBBE0D}" dt="2026-06-12T08:55:51.952" v="57"/>
        <pc:sldMkLst>
          <pc:docMk/>
          <pc:sldMk cId="0" sldId="275"/>
        </pc:sldMkLst>
        <pc:spChg chg="del">
          <ac:chgData name="Guest User" userId="" providerId="Windows Live" clId="Web-{D3931327-A612-285D-F4BE-DE360AEBBE0D}" dt="2026-06-12T08:55:51.686" v="56"/>
          <ac:spMkLst>
            <pc:docMk/>
            <pc:sldMk cId="0" sldId="275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51.952" v="57"/>
          <ac:spMkLst>
            <pc:docMk/>
            <pc:sldMk cId="0" sldId="275"/>
            <ac:spMk id="17" creationId="{6AA371DC-A077-74B4-736D-2D05CCDBACBC}"/>
          </ac:spMkLst>
        </pc:spChg>
      </pc:sldChg>
      <pc:sldChg chg="addSp delSp">
        <pc:chgData name="Guest User" userId="" providerId="Windows Live" clId="Web-{D3931327-A612-285D-F4BE-DE360AEBBE0D}" dt="2026-06-12T08:55:56.171" v="59"/>
        <pc:sldMkLst>
          <pc:docMk/>
          <pc:sldMk cId="0" sldId="276"/>
        </pc:sldMkLst>
        <pc:spChg chg="del">
          <ac:chgData name="Guest User" userId="" providerId="Windows Live" clId="Web-{D3931327-A612-285D-F4BE-DE360AEBBE0D}" dt="2026-06-12T08:55:55.499" v="58"/>
          <ac:spMkLst>
            <pc:docMk/>
            <pc:sldMk cId="0" sldId="276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5:56.171" v="59"/>
          <ac:spMkLst>
            <pc:docMk/>
            <pc:sldMk cId="0" sldId="276"/>
            <ac:spMk id="8" creationId="{E780DEE2-C118-77D1-4780-A3ECD1B9C911}"/>
          </ac:spMkLst>
        </pc:spChg>
      </pc:sldChg>
      <pc:sldChg chg="addSp delSp">
        <pc:chgData name="Guest User" userId="" providerId="Windows Live" clId="Web-{D3931327-A612-285D-F4BE-DE360AEBBE0D}" dt="2026-06-12T08:56:14.531" v="61"/>
        <pc:sldMkLst>
          <pc:docMk/>
          <pc:sldMk cId="0" sldId="278"/>
        </pc:sldMkLst>
        <pc:spChg chg="del">
          <ac:chgData name="Guest User" userId="" providerId="Windows Live" clId="Web-{D3931327-A612-285D-F4BE-DE360AEBBE0D}" dt="2026-06-12T08:56:12.327" v="60"/>
          <ac:spMkLst>
            <pc:docMk/>
            <pc:sldMk cId="0" sldId="278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6:14.531" v="61"/>
          <ac:spMkLst>
            <pc:docMk/>
            <pc:sldMk cId="0" sldId="278"/>
            <ac:spMk id="13" creationId="{B6B166B1-128C-E809-F939-0B05B670E072}"/>
          </ac:spMkLst>
        </pc:spChg>
      </pc:sldChg>
      <pc:sldChg chg="addSp delSp">
        <pc:chgData name="Guest User" userId="" providerId="Windows Live" clId="Web-{D3931327-A612-285D-F4BE-DE360AEBBE0D}" dt="2026-06-12T08:56:18.297" v="63"/>
        <pc:sldMkLst>
          <pc:docMk/>
          <pc:sldMk cId="0" sldId="279"/>
        </pc:sldMkLst>
        <pc:spChg chg="del">
          <ac:chgData name="Guest User" userId="" providerId="Windows Live" clId="Web-{D3931327-A612-285D-F4BE-DE360AEBBE0D}" dt="2026-06-12T08:56:18.078" v="62"/>
          <ac:spMkLst>
            <pc:docMk/>
            <pc:sldMk cId="0" sldId="279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6:18.297" v="63"/>
          <ac:spMkLst>
            <pc:docMk/>
            <pc:sldMk cId="0" sldId="279"/>
            <ac:spMk id="20" creationId="{FF9CFD06-4E57-E914-6283-A5608018083F}"/>
          </ac:spMkLst>
        </pc:spChg>
      </pc:sldChg>
      <pc:sldChg chg="addSp delSp">
        <pc:chgData name="Guest User" userId="" providerId="Windows Live" clId="Web-{D3931327-A612-285D-F4BE-DE360AEBBE0D}" dt="2026-06-12T08:56:25.187" v="65"/>
        <pc:sldMkLst>
          <pc:docMk/>
          <pc:sldMk cId="0" sldId="280"/>
        </pc:sldMkLst>
        <pc:spChg chg="del">
          <ac:chgData name="Guest User" userId="" providerId="Windows Live" clId="Web-{D3931327-A612-285D-F4BE-DE360AEBBE0D}" dt="2026-06-12T08:56:23.468" v="64"/>
          <ac:spMkLst>
            <pc:docMk/>
            <pc:sldMk cId="0" sldId="280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6:25.187" v="65"/>
          <ac:spMkLst>
            <pc:docMk/>
            <pc:sldMk cId="0" sldId="280"/>
            <ac:spMk id="20" creationId="{F4121305-657E-B59A-F476-DF4A9C5FEE9C}"/>
          </ac:spMkLst>
        </pc:spChg>
      </pc:sldChg>
      <pc:sldChg chg="addSp delSp">
        <pc:chgData name="Guest User" userId="" providerId="Windows Live" clId="Web-{D3931327-A612-285D-F4BE-DE360AEBBE0D}" dt="2026-06-12T08:56:29.218" v="67"/>
        <pc:sldMkLst>
          <pc:docMk/>
          <pc:sldMk cId="0" sldId="281"/>
        </pc:sldMkLst>
        <pc:spChg chg="del">
          <ac:chgData name="Guest User" userId="" providerId="Windows Live" clId="Web-{D3931327-A612-285D-F4BE-DE360AEBBE0D}" dt="2026-06-12T08:56:28.906" v="66"/>
          <ac:spMkLst>
            <pc:docMk/>
            <pc:sldMk cId="0" sldId="281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6:29.218" v="67"/>
          <ac:spMkLst>
            <pc:docMk/>
            <pc:sldMk cId="0" sldId="281"/>
            <ac:spMk id="15" creationId="{9C261FA1-529C-BE9C-CFD3-80975E914F91}"/>
          </ac:spMkLst>
        </pc:spChg>
      </pc:sldChg>
      <pc:sldChg chg="addSp delSp">
        <pc:chgData name="Guest User" userId="" providerId="Windows Live" clId="Web-{D3931327-A612-285D-F4BE-DE360AEBBE0D}" dt="2026-06-12T08:56:34.375" v="69"/>
        <pc:sldMkLst>
          <pc:docMk/>
          <pc:sldMk cId="0" sldId="282"/>
        </pc:sldMkLst>
        <pc:spChg chg="del">
          <ac:chgData name="Guest User" userId="" providerId="Windows Live" clId="Web-{D3931327-A612-285D-F4BE-DE360AEBBE0D}" dt="2026-06-12T08:56:33.484" v="68"/>
          <ac:spMkLst>
            <pc:docMk/>
            <pc:sldMk cId="0" sldId="282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6:34.375" v="69"/>
          <ac:spMkLst>
            <pc:docMk/>
            <pc:sldMk cId="0" sldId="282"/>
            <ac:spMk id="19" creationId="{A4642859-37B7-3046-6814-BE8155BDAF61}"/>
          </ac:spMkLst>
        </pc:spChg>
      </pc:sldChg>
      <pc:sldChg chg="addSp delSp">
        <pc:chgData name="Guest User" userId="" providerId="Windows Live" clId="Web-{D3931327-A612-285D-F4BE-DE360AEBBE0D}" dt="2026-06-12T08:56:49.469" v="73"/>
        <pc:sldMkLst>
          <pc:docMk/>
          <pc:sldMk cId="0" sldId="283"/>
        </pc:sldMkLst>
        <pc:spChg chg="del">
          <ac:chgData name="Guest User" userId="" providerId="Windows Live" clId="Web-{D3931327-A612-285D-F4BE-DE360AEBBE0D}" dt="2026-06-12T08:56:39.828" v="70"/>
          <ac:spMkLst>
            <pc:docMk/>
            <pc:sldMk cId="0" sldId="283"/>
            <ac:spMk id="5" creationId="{00000000-0000-0000-0000-000000000000}"/>
          </ac:spMkLst>
        </pc:spChg>
        <pc:spChg chg="add del">
          <ac:chgData name="Guest User" userId="" providerId="Windows Live" clId="Web-{D3931327-A612-285D-F4BE-DE360AEBBE0D}" dt="2026-06-12T08:56:47.328" v="72"/>
          <ac:spMkLst>
            <pc:docMk/>
            <pc:sldMk cId="0" sldId="283"/>
            <ac:spMk id="31" creationId="{3EC4F4D0-0BBB-9230-A06B-90143CD06575}"/>
          </ac:spMkLst>
        </pc:spChg>
        <pc:spChg chg="add">
          <ac:chgData name="Guest User" userId="" providerId="Windows Live" clId="Web-{D3931327-A612-285D-F4BE-DE360AEBBE0D}" dt="2026-06-12T08:56:49.469" v="73"/>
          <ac:spMkLst>
            <pc:docMk/>
            <pc:sldMk cId="0" sldId="283"/>
            <ac:spMk id="33" creationId="{EFB17A97-C9A6-D9A1-CFC1-32DC93EE783C}"/>
          </ac:spMkLst>
        </pc:spChg>
      </pc:sldChg>
      <pc:sldChg chg="addSp delSp">
        <pc:chgData name="Guest User" userId="" providerId="Windows Live" clId="Web-{D3931327-A612-285D-F4BE-DE360AEBBE0D}" dt="2026-06-12T08:56:55.938" v="75"/>
        <pc:sldMkLst>
          <pc:docMk/>
          <pc:sldMk cId="0" sldId="284"/>
        </pc:sldMkLst>
        <pc:spChg chg="del">
          <ac:chgData name="Guest User" userId="" providerId="Windows Live" clId="Web-{D3931327-A612-285D-F4BE-DE360AEBBE0D}" dt="2026-06-12T08:56:55.688" v="74"/>
          <ac:spMkLst>
            <pc:docMk/>
            <pc:sldMk cId="0" sldId="284"/>
            <ac:spMk id="4" creationId="{00000000-0000-0000-0000-000000000000}"/>
          </ac:spMkLst>
        </pc:spChg>
        <pc:spChg chg="add">
          <ac:chgData name="Guest User" userId="" providerId="Windows Live" clId="Web-{D3931327-A612-285D-F4BE-DE360AEBBE0D}" dt="2026-06-12T08:56:55.938" v="75"/>
          <ac:spMkLst>
            <pc:docMk/>
            <pc:sldMk cId="0" sldId="284"/>
            <ac:spMk id="19" creationId="{34CB8728-2DEF-478B-9929-2BB17B4D4AC0}"/>
          </ac:spMkLst>
        </pc:spChg>
      </pc:sldChg>
      <pc:sldChg chg="addSp delSp">
        <pc:chgData name="Guest User" userId="" providerId="Windows Live" clId="Web-{D3931327-A612-285D-F4BE-DE360AEBBE0D}" dt="2026-06-12T08:57:02.406" v="77"/>
        <pc:sldMkLst>
          <pc:docMk/>
          <pc:sldMk cId="0" sldId="286"/>
        </pc:sldMkLst>
        <pc:spChg chg="del">
          <ac:chgData name="Guest User" userId="" providerId="Windows Live" clId="Web-{D3931327-A612-285D-F4BE-DE360AEBBE0D}" dt="2026-06-12T08:57:01.125" v="76"/>
          <ac:spMkLst>
            <pc:docMk/>
            <pc:sldMk cId="0" sldId="286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7:02.406" v="77"/>
          <ac:spMkLst>
            <pc:docMk/>
            <pc:sldMk cId="0" sldId="286"/>
            <ac:spMk id="20" creationId="{BCA593BF-3DDC-3731-1ACB-8AE83D1CEBC3}"/>
          </ac:spMkLst>
        </pc:spChg>
      </pc:sldChg>
      <pc:sldChg chg="addSp delSp">
        <pc:chgData name="Guest User" userId="" providerId="Windows Live" clId="Web-{D3931327-A612-285D-F4BE-DE360AEBBE0D}" dt="2026-06-12T08:57:07.828" v="79"/>
        <pc:sldMkLst>
          <pc:docMk/>
          <pc:sldMk cId="0" sldId="287"/>
        </pc:sldMkLst>
        <pc:spChg chg="del">
          <ac:chgData name="Guest User" userId="" providerId="Windows Live" clId="Web-{D3931327-A612-285D-F4BE-DE360AEBBE0D}" dt="2026-06-12T08:57:06.719" v="78"/>
          <ac:spMkLst>
            <pc:docMk/>
            <pc:sldMk cId="0" sldId="287"/>
            <ac:spMk id="5" creationId="{00000000-0000-0000-0000-000000000000}"/>
          </ac:spMkLst>
        </pc:spChg>
        <pc:spChg chg="add">
          <ac:chgData name="Guest User" userId="" providerId="Windows Live" clId="Web-{D3931327-A612-285D-F4BE-DE360AEBBE0D}" dt="2026-06-12T08:57:07.828" v="79"/>
          <ac:spMkLst>
            <pc:docMk/>
            <pc:sldMk cId="0" sldId="287"/>
            <ac:spMk id="18" creationId="{77FDE00F-6AA8-54E6-CC2C-283CBECAFE65}"/>
          </ac:spMkLst>
        </pc:spChg>
      </pc:sldChg>
      <pc:sldChg chg="addSp delSp">
        <pc:chgData name="Guest User" userId="" providerId="Windows Live" clId="Web-{D3931327-A612-285D-F4BE-DE360AEBBE0D}" dt="2026-06-12T08:57:13.641" v="81"/>
        <pc:sldMkLst>
          <pc:docMk/>
          <pc:sldMk cId="0" sldId="288"/>
        </pc:sldMkLst>
        <pc:spChg chg="del">
          <ac:chgData name="Guest User" userId="" providerId="Windows Live" clId="Web-{D3931327-A612-285D-F4BE-DE360AEBBE0D}" dt="2026-06-12T08:57:12.375" v="80"/>
          <ac:spMkLst>
            <pc:docMk/>
            <pc:sldMk cId="0" sldId="288"/>
            <ac:spMk id="4" creationId="{00000000-0000-0000-0000-000000000000}"/>
          </ac:spMkLst>
        </pc:spChg>
        <pc:spChg chg="add">
          <ac:chgData name="Guest User" userId="" providerId="Windows Live" clId="Web-{D3931327-A612-285D-F4BE-DE360AEBBE0D}" dt="2026-06-12T08:57:13.641" v="81"/>
          <ac:spMkLst>
            <pc:docMk/>
            <pc:sldMk cId="0" sldId="288"/>
            <ac:spMk id="32" creationId="{389315A7-FA19-D9C4-18D3-67C95242A158}"/>
          </ac:spMkLst>
        </pc:spChg>
      </pc:sldChg>
      <pc:sldChg chg="addSp delSp">
        <pc:chgData name="Guest User" userId="" providerId="Windows Live" clId="Web-{D3931327-A612-285D-F4BE-DE360AEBBE0D}" dt="2026-06-12T08:57:19.407" v="83"/>
        <pc:sldMkLst>
          <pc:docMk/>
          <pc:sldMk cId="0" sldId="289"/>
        </pc:sldMkLst>
        <pc:spChg chg="del">
          <ac:chgData name="Guest User" userId="" providerId="Windows Live" clId="Web-{D3931327-A612-285D-F4BE-DE360AEBBE0D}" dt="2026-06-12T08:57:17.157" v="82"/>
          <ac:spMkLst>
            <pc:docMk/>
            <pc:sldMk cId="0" sldId="289"/>
            <ac:spMk id="4" creationId="{00000000-0000-0000-0000-000000000000}"/>
          </ac:spMkLst>
        </pc:spChg>
        <pc:spChg chg="add">
          <ac:chgData name="Guest User" userId="" providerId="Windows Live" clId="Web-{D3931327-A612-285D-F4BE-DE360AEBBE0D}" dt="2026-06-12T08:57:19.407" v="83"/>
          <ac:spMkLst>
            <pc:docMk/>
            <pc:sldMk cId="0" sldId="289"/>
            <ac:spMk id="19" creationId="{11E9EF0F-9E59-CCC2-6B1B-77EF8D0F7186}"/>
          </ac:spMkLst>
        </pc:spChg>
      </pc:sldChg>
      <pc:sldChg chg="addSp delSp">
        <pc:chgData name="Guest User" userId="" providerId="Windows Live" clId="Web-{D3931327-A612-285D-F4BE-DE360AEBBE0D}" dt="2026-06-12T08:57:23.094" v="85"/>
        <pc:sldMkLst>
          <pc:docMk/>
          <pc:sldMk cId="0" sldId="290"/>
        </pc:sldMkLst>
        <pc:spChg chg="del">
          <ac:chgData name="Guest User" userId="" providerId="Windows Live" clId="Web-{D3931327-A612-285D-F4BE-DE360AEBBE0D}" dt="2026-06-12T08:57:21.563" v="84"/>
          <ac:spMkLst>
            <pc:docMk/>
            <pc:sldMk cId="0" sldId="290"/>
            <ac:spMk id="4" creationId="{00000000-0000-0000-0000-000000000000}"/>
          </ac:spMkLst>
        </pc:spChg>
        <pc:spChg chg="add">
          <ac:chgData name="Guest User" userId="" providerId="Windows Live" clId="Web-{D3931327-A612-285D-F4BE-DE360AEBBE0D}" dt="2026-06-12T08:57:23.094" v="85"/>
          <ac:spMkLst>
            <pc:docMk/>
            <pc:sldMk cId="0" sldId="290"/>
            <ac:spMk id="18" creationId="{9800EF94-9379-26EF-973F-38209C89E5E5}"/>
          </ac:spMkLst>
        </pc:spChg>
      </pc:sldChg>
      <pc:sldChg chg="addSp delSp modSp">
        <pc:chgData name="Guest User" userId="" providerId="Windows Live" clId="Web-{D3931327-A612-285D-F4BE-DE360AEBBE0D}" dt="2026-06-12T08:55:10.936" v="35"/>
        <pc:sldMkLst>
          <pc:docMk/>
          <pc:sldMk cId="2125446996" sldId="292"/>
        </pc:sldMkLst>
        <pc:spChg chg="del mod">
          <ac:chgData name="Guest User" userId="" providerId="Windows Live" clId="Web-{D3931327-A612-285D-F4BE-DE360AEBBE0D}" dt="2026-06-12T08:55:10.279" v="34"/>
          <ac:spMkLst>
            <pc:docMk/>
            <pc:sldMk cId="2125446996" sldId="292"/>
            <ac:spMk id="5" creationId="{A5060D5B-63FE-C768-3FED-34CA90F32546}"/>
          </ac:spMkLst>
        </pc:spChg>
        <pc:spChg chg="add">
          <ac:chgData name="Guest User" userId="" providerId="Windows Live" clId="Web-{D3931327-A612-285D-F4BE-DE360AEBBE0D}" dt="2026-06-12T08:55:10.936" v="35"/>
          <ac:spMkLst>
            <pc:docMk/>
            <pc:sldMk cId="2125446996" sldId="292"/>
            <ac:spMk id="15" creationId="{BE163909-A368-CD07-C39B-A8508456B657}"/>
          </ac:spMkLst>
        </pc:spChg>
      </pc:sldChg>
    </pc:docChg>
  </pc:docChgLst>
  <pc:docChgLst>
    <pc:chgData name="Guest User" providerId="Windows Live" clId="Web-{29E7525D-B589-33FD-5BD2-992B4A8270CE}"/>
    <pc:docChg chg="modSld">
      <pc:chgData name="Guest User" userId="" providerId="Windows Live" clId="Web-{29E7525D-B589-33FD-5BD2-992B4A8270CE}" dt="2026-06-12T06:16:02.401" v="14" actId="20577"/>
      <pc:docMkLst>
        <pc:docMk/>
      </pc:docMkLst>
      <pc:sldChg chg="delSp modSp">
        <pc:chgData name="Guest User" userId="" providerId="Windows Live" clId="Web-{29E7525D-B589-33FD-5BD2-992B4A8270CE}" dt="2026-06-12T06:16:02.401" v="14" actId="20577"/>
        <pc:sldMkLst>
          <pc:docMk/>
          <pc:sldMk cId="0" sldId="256"/>
        </pc:sldMkLst>
        <pc:spChg chg="mod">
          <ac:chgData name="Guest User" userId="" providerId="Windows Live" clId="Web-{29E7525D-B589-33FD-5BD2-992B4A8270CE}" dt="2026-06-12T06:16:02.401" v="14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Guest User" userId="" providerId="Windows Live" clId="Web-{29E7525D-B589-33FD-5BD2-992B4A8270CE}" dt="2026-06-12T06:15:25.493" v="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" providerId="Windows Live" clId="Web-{29E7525D-B589-33FD-5BD2-992B4A8270CE}" dt="2026-06-12T06:15:46.463" v="10" actId="1076"/>
          <ac:spMkLst>
            <pc:docMk/>
            <pc:sldMk cId="0" sldId="256"/>
            <ac:spMk id="11" creationId="{00000000-0000-0000-0000-000000000000}"/>
          </ac:spMkLst>
        </pc:spChg>
        <pc:spChg chg="del mod">
          <ac:chgData name="Guest User" userId="" providerId="Windows Live" clId="Web-{29E7525D-B589-33FD-5BD2-992B4A8270CE}" dt="2026-06-12T06:15:43.103" v="9"/>
          <ac:spMkLst>
            <pc:docMk/>
            <pc:sldMk cId="0" sldId="256"/>
            <ac:spMk id="12" creationId="{00000000-0000-0000-0000-000000000000}"/>
          </ac:spMkLst>
        </pc:spChg>
        <pc:spChg chg="mod">
          <ac:chgData name="Guest User" userId="" providerId="Windows Live" clId="Web-{29E7525D-B589-33FD-5BD2-992B4A8270CE}" dt="2026-06-12T06:15:42.322" v="8" actId="20577"/>
          <ac:spMkLst>
            <pc:docMk/>
            <pc:sldMk cId="0" sldId="256"/>
            <ac:spMk id="13" creationId="{00000000-0000-0000-0000-000000000000}"/>
          </ac:spMkLst>
        </pc:spChg>
      </pc:sldChg>
    </pc:docChg>
  </pc:docChgLst>
  <pc:docChgLst>
    <pc:chgData name="Guest User" providerId="Windows Live" clId="Web-{67A09701-7134-3ABF-1A14-FBDB2828BE2B}"/>
    <pc:docChg chg="modSld">
      <pc:chgData name="Guest User" userId="" providerId="Windows Live" clId="Web-{67A09701-7134-3ABF-1A14-FBDB2828BE2B}" dt="2026-06-12T12:51:18.892" v="1204" actId="20577"/>
      <pc:docMkLst>
        <pc:docMk/>
      </pc:docMkLst>
      <pc:sldChg chg="modSp">
        <pc:chgData name="Guest User" userId="" providerId="Windows Live" clId="Web-{67A09701-7134-3ABF-1A14-FBDB2828BE2B}" dt="2026-06-12T12:12:13.656" v="601" actId="20577"/>
        <pc:sldMkLst>
          <pc:docMk/>
          <pc:sldMk cId="0" sldId="257"/>
        </pc:sldMkLst>
        <pc:spChg chg="mod">
          <ac:chgData name="Guest User" userId="" providerId="Windows Live" clId="Web-{67A09701-7134-3ABF-1A14-FBDB2828BE2B}" dt="2026-06-12T12:12:13.656" v="601" actId="20577"/>
          <ac:spMkLst>
            <pc:docMk/>
            <pc:sldMk cId="0" sldId="257"/>
            <ac:spMk id="4" creationId="{00000000-0000-0000-0000-000000000000}"/>
          </ac:spMkLst>
        </pc:spChg>
      </pc:sldChg>
      <pc:sldChg chg="addSp delSp modSp">
        <pc:chgData name="Guest User" userId="" providerId="Windows Live" clId="Web-{67A09701-7134-3ABF-1A14-FBDB2828BE2B}" dt="2026-06-12T11:39:17.121" v="339" actId="20577"/>
        <pc:sldMkLst>
          <pc:docMk/>
          <pc:sldMk cId="0" sldId="258"/>
        </pc:sldMkLst>
        <pc:spChg chg="mod">
          <ac:chgData name="Guest User" userId="" providerId="Windows Live" clId="Web-{67A09701-7134-3ABF-1A14-FBDB2828BE2B}" dt="2026-06-12T11:35:09.393" v="225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26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27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28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29" actId="1076"/>
          <ac:spMkLst>
            <pc:docMk/>
            <pc:sldMk cId="0" sldId="258"/>
            <ac:spMk id="9" creationId="{00000000-0000-0000-0000-000000000000}"/>
          </ac:spMkLst>
        </pc:spChg>
        <pc:spChg chg="add del mod">
          <ac:chgData name="Guest User" userId="" providerId="Windows Live" clId="Web-{67A09701-7134-3ABF-1A14-FBDB2828BE2B}" dt="2026-06-12T11:36:51.506" v="282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1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2" actId="1076"/>
          <ac:spMkLst>
            <pc:docMk/>
            <pc:sldMk cId="0" sldId="258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3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4" actId="1076"/>
          <ac:spMkLst>
            <pc:docMk/>
            <pc:sldMk cId="0" sldId="258"/>
            <ac:spMk id="14" creationId="{00000000-0000-0000-0000-000000000000}"/>
          </ac:spMkLst>
        </pc:spChg>
        <pc:spChg chg="add del mod">
          <ac:chgData name="Guest User" userId="" providerId="Windows Live" clId="Web-{67A09701-7134-3ABF-1A14-FBDB2828BE2B}" dt="2026-06-12T11:37:37.414" v="291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7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8" actId="107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39" actId="107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Guest User" userId="" providerId="Windows Live" clId="Web-{67A09701-7134-3ABF-1A14-FBDB2828BE2B}" dt="2026-06-12T11:38:26.260" v="315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41" actId="107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42" actId="1076"/>
          <ac:spMkLst>
            <pc:docMk/>
            <pc:sldMk cId="0" sldId="258"/>
            <ac:spMk id="22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43" actId="1076"/>
          <ac:spMkLst>
            <pc:docMk/>
            <pc:sldMk cId="0" sldId="258"/>
            <ac:spMk id="23" creationId="{00000000-0000-0000-0000-000000000000}"/>
          </ac:spMkLst>
        </pc:spChg>
        <pc:spChg chg="mod">
          <ac:chgData name="Guest User" userId="" providerId="Windows Live" clId="Web-{67A09701-7134-3ABF-1A14-FBDB2828BE2B}" dt="2026-06-12T11:35:09.393" v="244" actId="107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Guest User" userId="" providerId="Windows Live" clId="Web-{67A09701-7134-3ABF-1A14-FBDB2828BE2B}" dt="2026-06-12T11:39:17.121" v="339" actId="20577"/>
          <ac:spMkLst>
            <pc:docMk/>
            <pc:sldMk cId="0" sldId="258"/>
            <ac:spMk id="25" creationId="{00000000-0000-0000-0000-000000000000}"/>
          </ac:spMkLst>
        </pc:spChg>
      </pc:sldChg>
      <pc:sldChg chg="delSp">
        <pc:chgData name="Guest User" userId="" providerId="Windows Live" clId="Web-{67A09701-7134-3ABF-1A14-FBDB2828BE2B}" dt="2026-06-12T11:33:23.029" v="119"/>
        <pc:sldMkLst>
          <pc:docMk/>
          <pc:sldMk cId="0" sldId="259"/>
        </pc:sldMkLst>
        <pc:spChg chg="del">
          <ac:chgData name="Guest User" userId="" providerId="Windows Live" clId="Web-{67A09701-7134-3ABF-1A14-FBDB2828BE2B}" dt="2026-06-12T11:33:23.029" v="119"/>
          <ac:spMkLst>
            <pc:docMk/>
            <pc:sldMk cId="0" sldId="259"/>
            <ac:spMk id="9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14:05.160" v="610" actId="1076"/>
        <pc:sldMkLst>
          <pc:docMk/>
          <pc:sldMk cId="0" sldId="260"/>
        </pc:sldMkLst>
        <pc:spChg chg="mod">
          <ac:chgData name="Guest User" userId="" providerId="Windows Live" clId="Web-{67A09701-7134-3ABF-1A14-FBDB2828BE2B}" dt="2026-06-12T12:12:35.031" v="602"/>
          <ac:spMkLst>
            <pc:docMk/>
            <pc:sldMk cId="0" sldId="260"/>
            <ac:spMk id="8" creationId="{00000000-0000-0000-0000-000000000000}"/>
          </ac:spMkLst>
        </pc:spChg>
        <pc:spChg chg="mod">
          <ac:chgData name="Guest User" userId="" providerId="Windows Live" clId="Web-{67A09701-7134-3ABF-1A14-FBDB2828BE2B}" dt="2026-06-12T12:12:35.094" v="603"/>
          <ac:spMkLst>
            <pc:docMk/>
            <pc:sldMk cId="0" sldId="260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2:12:54.751" v="607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Guest User" userId="" providerId="Windows Live" clId="Web-{67A09701-7134-3ABF-1A14-FBDB2828BE2B}" dt="2026-06-12T12:14:05.160" v="610" actId="1076"/>
          <ac:spMkLst>
            <pc:docMk/>
            <pc:sldMk cId="0" sldId="260"/>
            <ac:spMk id="17" creationId="{3CD6678E-E17B-21E8-DEF0-0EE808855EC9}"/>
          </ac:spMkLst>
        </pc:spChg>
      </pc:sldChg>
      <pc:sldChg chg="modSp">
        <pc:chgData name="Guest User" userId="" providerId="Windows Live" clId="Web-{67A09701-7134-3ABF-1A14-FBDB2828BE2B}" dt="2026-06-12T12:14:40.911" v="614" actId="20577"/>
        <pc:sldMkLst>
          <pc:docMk/>
          <pc:sldMk cId="0" sldId="262"/>
        </pc:sldMkLst>
        <pc:spChg chg="mod">
          <ac:chgData name="Guest User" userId="" providerId="Windows Live" clId="Web-{67A09701-7134-3ABF-1A14-FBDB2828BE2B}" dt="2026-06-12T11:57:51.639" v="595"/>
          <ac:spMkLst>
            <pc:docMk/>
            <pc:sldMk cId="0" sldId="262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14:30.723" v="611"/>
          <ac:spMkLst>
            <pc:docMk/>
            <pc:sldMk cId="0" sldId="262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1:57:51.639" v="59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2:14:30.833" v="612"/>
          <ac:spMkLst>
            <pc:docMk/>
            <pc:sldMk cId="0" sldId="262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2:14:40.911" v="614" actId="20577"/>
          <ac:spMkLst>
            <pc:docMk/>
            <pc:sldMk cId="0" sldId="262"/>
            <ac:spMk id="17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14:50.224" v="617" actId="20577"/>
        <pc:sldMkLst>
          <pc:docMk/>
          <pc:sldMk cId="0" sldId="263"/>
        </pc:sldMkLst>
        <pc:spChg chg="mod">
          <ac:chgData name="Guest User" userId="" providerId="Windows Live" clId="Web-{67A09701-7134-3ABF-1A14-FBDB2828BE2B}" dt="2026-06-12T12:14:50.224" v="617" actId="20577"/>
          <ac:spMkLst>
            <pc:docMk/>
            <pc:sldMk cId="0" sldId="263"/>
            <ac:spMk id="4" creationId="{00000000-0000-0000-0000-000000000000}"/>
          </ac:spMkLst>
        </pc:spChg>
      </pc:sldChg>
      <pc:sldChg chg="delSp modSp">
        <pc:chgData name="Guest User" userId="" providerId="Windows Live" clId="Web-{67A09701-7134-3ABF-1A14-FBDB2828BE2B}" dt="2026-06-12T12:15:17.475" v="621" actId="20577"/>
        <pc:sldMkLst>
          <pc:docMk/>
          <pc:sldMk cId="0" sldId="264"/>
        </pc:sldMkLst>
        <pc:spChg chg="del">
          <ac:chgData name="Guest User" userId="" providerId="Windows Live" clId="Web-{67A09701-7134-3ABF-1A14-FBDB2828BE2B}" dt="2026-06-12T12:15:01.193" v="618"/>
          <ac:spMkLst>
            <pc:docMk/>
            <pc:sldMk cId="0" sldId="264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1:57:12.966" v="584"/>
          <ac:spMkLst>
            <pc:docMk/>
            <pc:sldMk cId="0" sldId="264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15:10.490" v="619" actId="14100"/>
          <ac:spMkLst>
            <pc:docMk/>
            <pc:sldMk cId="0" sldId="264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1:57:12.966" v="585"/>
          <ac:spMkLst>
            <pc:docMk/>
            <pc:sldMk cId="0" sldId="264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1:57:59.624" v="598"/>
          <ac:spMkLst>
            <pc:docMk/>
            <pc:sldMk cId="0" sldId="264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1:57:12.966" v="586"/>
          <ac:spMkLst>
            <pc:docMk/>
            <pc:sldMk cId="0" sldId="264"/>
            <ac:spMk id="17" creationId="{00000000-0000-0000-0000-000000000000}"/>
          </ac:spMkLst>
        </pc:spChg>
        <pc:spChg chg="mod">
          <ac:chgData name="Guest User" userId="" providerId="Windows Live" clId="Web-{67A09701-7134-3ABF-1A14-FBDB2828BE2B}" dt="2026-06-12T11:57:59.624" v="59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Guest User" userId="" providerId="Windows Live" clId="Web-{67A09701-7134-3ABF-1A14-FBDB2828BE2B}" dt="2026-06-12T11:57:13.106" v="587"/>
          <ac:spMkLst>
            <pc:docMk/>
            <pc:sldMk cId="0" sldId="264"/>
            <ac:spMk id="21" creationId="{00000000-0000-0000-0000-000000000000}"/>
          </ac:spMkLst>
        </pc:spChg>
        <pc:spChg chg="mod">
          <ac:chgData name="Guest User" userId="" providerId="Windows Live" clId="Web-{67A09701-7134-3ABF-1A14-FBDB2828BE2B}" dt="2026-06-12T11:57:59.624" v="596"/>
          <ac:spMkLst>
            <pc:docMk/>
            <pc:sldMk cId="0" sldId="264"/>
            <ac:spMk id="22" creationId="{00000000-0000-0000-0000-000000000000}"/>
          </ac:spMkLst>
        </pc:spChg>
        <pc:spChg chg="mod">
          <ac:chgData name="Guest User" userId="" providerId="Windows Live" clId="Web-{67A09701-7134-3ABF-1A14-FBDB2828BE2B}" dt="2026-06-12T12:15:17.475" v="621" actId="20577"/>
          <ac:spMkLst>
            <pc:docMk/>
            <pc:sldMk cId="0" sldId="264"/>
            <ac:spMk id="23" creationId="{00000000-0000-0000-0000-000000000000}"/>
          </ac:spMkLst>
        </pc:spChg>
      </pc:sldChg>
      <pc:sldChg chg="delSp modSp">
        <pc:chgData name="Guest User" userId="" providerId="Windows Live" clId="Web-{67A09701-7134-3ABF-1A14-FBDB2828BE2B}" dt="2026-06-12T12:15:30.757" v="629"/>
        <pc:sldMkLst>
          <pc:docMk/>
          <pc:sldMk cId="0" sldId="265"/>
        </pc:sldMkLst>
        <pc:spChg chg="del">
          <ac:chgData name="Guest User" userId="" providerId="Windows Live" clId="Web-{67A09701-7134-3ABF-1A14-FBDB2828BE2B}" dt="2026-06-12T11:57:01.262" v="583"/>
          <ac:spMkLst>
            <pc:docMk/>
            <pc:sldMk cId="0" sldId="265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2:15:26.132" v="623" actId="20577"/>
          <ac:spMkLst>
            <pc:docMk/>
            <pc:sldMk cId="0" sldId="265"/>
            <ac:spMk id="17" creationId="{00000000-0000-0000-0000-000000000000}"/>
          </ac:spMkLst>
        </pc:spChg>
        <pc:graphicFrameChg chg="mod modGraphic">
          <ac:chgData name="Guest User" userId="" providerId="Windows Live" clId="Web-{67A09701-7134-3ABF-1A14-FBDB2828BE2B}" dt="2026-06-12T12:15:30.757" v="629"/>
          <ac:graphicFrameMkLst>
            <pc:docMk/>
            <pc:sldMk cId="0" sldId="265"/>
            <ac:graphicFrameMk id="16" creationId="{00000000-0000-0000-0000-000000000000}"/>
          </ac:graphicFrameMkLst>
        </pc:graphicFrameChg>
      </pc:sldChg>
      <pc:sldChg chg="modSp">
        <pc:chgData name="Guest User" userId="" providerId="Windows Live" clId="Web-{67A09701-7134-3ABF-1A14-FBDB2828BE2B}" dt="2026-06-12T11:56:24.995" v="580" actId="20577"/>
        <pc:sldMkLst>
          <pc:docMk/>
          <pc:sldMk cId="0" sldId="268"/>
        </pc:sldMkLst>
        <pc:spChg chg="mod">
          <ac:chgData name="Guest User" userId="" providerId="Windows Live" clId="Web-{67A09701-7134-3ABF-1A14-FBDB2828BE2B}" dt="2026-06-12T11:33:39.171" v="121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Guest User" userId="" providerId="Windows Live" clId="Web-{67A09701-7134-3ABF-1A14-FBDB2828BE2B}" dt="2026-06-12T11:56:17.026" v="579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1:56:24.995" v="580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1:56:06.276" v="577" actId="20577"/>
          <ac:spMkLst>
            <pc:docMk/>
            <pc:sldMk cId="0" sldId="268"/>
            <ac:spMk id="13" creationId="{00000000-0000-0000-0000-000000000000}"/>
          </ac:spMkLst>
        </pc:spChg>
      </pc:sldChg>
      <pc:sldChg chg="addSp delSp modSp">
        <pc:chgData name="Guest User" userId="" providerId="Windows Live" clId="Web-{67A09701-7134-3ABF-1A14-FBDB2828BE2B}" dt="2026-06-12T11:33:47.015" v="124" actId="20577"/>
        <pc:sldMkLst>
          <pc:docMk/>
          <pc:sldMk cId="0" sldId="269"/>
        </pc:sldMkLst>
        <pc:spChg chg="add del mod">
          <ac:chgData name="Guest User" userId="" providerId="Windows Live" clId="Web-{67A09701-7134-3ABF-1A14-FBDB2828BE2B}" dt="2026-06-12T11:33:47.015" v="124" actId="20577"/>
          <ac:spMkLst>
            <pc:docMk/>
            <pc:sldMk cId="0" sldId="269"/>
            <ac:spMk id="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55:42.103" v="572" actId="20577"/>
        <pc:sldMkLst>
          <pc:docMk/>
          <pc:sldMk cId="0" sldId="270"/>
        </pc:sldMkLst>
        <pc:spChg chg="mod">
          <ac:chgData name="Guest User" userId="" providerId="Windows Live" clId="Web-{67A09701-7134-3ABF-1A14-FBDB2828BE2B}" dt="2026-06-12T11:33:52.218" v="125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Guest User" userId="" providerId="Windows Live" clId="Web-{67A09701-7134-3ABF-1A14-FBDB2828BE2B}" dt="2026-06-12T11:55:42.103" v="572" actId="20577"/>
          <ac:spMkLst>
            <pc:docMk/>
            <pc:sldMk cId="0" sldId="270"/>
            <ac:spMk id="9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33:58.687" v="127" actId="20577"/>
        <pc:sldMkLst>
          <pc:docMk/>
          <pc:sldMk cId="0" sldId="271"/>
        </pc:sldMkLst>
        <pc:spChg chg="mod">
          <ac:chgData name="Guest User" userId="" providerId="Windows Live" clId="Web-{67A09701-7134-3ABF-1A14-FBDB2828BE2B}" dt="2026-06-12T11:33:58.687" v="127" actId="20577"/>
          <ac:spMkLst>
            <pc:docMk/>
            <pc:sldMk cId="0" sldId="271"/>
            <ac:spMk id="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34:02.437" v="129" actId="20577"/>
        <pc:sldMkLst>
          <pc:docMk/>
          <pc:sldMk cId="0" sldId="272"/>
        </pc:sldMkLst>
        <pc:spChg chg="mod">
          <ac:chgData name="Guest User" userId="" providerId="Windows Live" clId="Web-{67A09701-7134-3ABF-1A14-FBDB2828BE2B}" dt="2026-06-12T11:34:02.437" v="129" actId="20577"/>
          <ac:spMkLst>
            <pc:docMk/>
            <pc:sldMk cId="0" sldId="272"/>
            <ac:spMk id="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34:07.078" v="130" actId="20577"/>
        <pc:sldMkLst>
          <pc:docMk/>
          <pc:sldMk cId="0" sldId="273"/>
        </pc:sldMkLst>
        <pc:spChg chg="mod">
          <ac:chgData name="Guest User" userId="" providerId="Windows Live" clId="Web-{67A09701-7134-3ABF-1A14-FBDB2828BE2B}" dt="2026-06-12T11:34:07.078" v="130" actId="20577"/>
          <ac:spMkLst>
            <pc:docMk/>
            <pc:sldMk cId="0" sldId="273"/>
            <ac:spMk id="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55:28.181" v="569" actId="20577"/>
        <pc:sldMkLst>
          <pc:docMk/>
          <pc:sldMk cId="0" sldId="274"/>
        </pc:sldMkLst>
        <pc:spChg chg="mod">
          <ac:chgData name="Guest User" userId="" providerId="Windows Live" clId="Web-{67A09701-7134-3ABF-1A14-FBDB2828BE2B}" dt="2026-06-12T11:55:28.181" v="569" actId="20577"/>
          <ac:spMkLst>
            <pc:docMk/>
            <pc:sldMk cId="0" sldId="274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1:34:10.859" v="132" actId="20577"/>
          <ac:spMkLst>
            <pc:docMk/>
            <pc:sldMk cId="0" sldId="274"/>
            <ac:spMk id="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34:16.484" v="134" actId="20577"/>
        <pc:sldMkLst>
          <pc:docMk/>
          <pc:sldMk cId="0" sldId="275"/>
        </pc:sldMkLst>
        <pc:spChg chg="mod">
          <ac:chgData name="Guest User" userId="" providerId="Windows Live" clId="Web-{67A09701-7134-3ABF-1A14-FBDB2828BE2B}" dt="2026-06-12T11:34:16.484" v="134" actId="20577"/>
          <ac:spMkLst>
            <pc:docMk/>
            <pc:sldMk cId="0" sldId="275"/>
            <ac:spMk id="6" creationId="{00000000-0000-0000-0000-000000000000}"/>
          </ac:spMkLst>
        </pc:spChg>
      </pc:sldChg>
      <pc:sldChg chg="delSp modSp">
        <pc:chgData name="Guest User" userId="" providerId="Windows Live" clId="Web-{67A09701-7134-3ABF-1A14-FBDB2828BE2B}" dt="2026-06-12T12:17:24.215" v="641" actId="20577"/>
        <pc:sldMkLst>
          <pc:docMk/>
          <pc:sldMk cId="0" sldId="276"/>
        </pc:sldMkLst>
        <pc:spChg chg="mod">
          <ac:chgData name="Guest User" userId="" providerId="Windows Live" clId="Web-{67A09701-7134-3ABF-1A14-FBDB2828BE2B}" dt="2026-06-12T12:17:24.215" v="641" actId="20577"/>
          <ac:spMkLst>
            <pc:docMk/>
            <pc:sldMk cId="0" sldId="276"/>
            <ac:spMk id="3" creationId="{00000000-0000-0000-0000-000000000000}"/>
          </ac:spMkLst>
        </pc:spChg>
        <pc:spChg chg="del mod">
          <ac:chgData name="Guest User" userId="" providerId="Windows Live" clId="Web-{67A09701-7134-3ABF-1A14-FBDB2828BE2B}" dt="2026-06-12T11:54:55.992" v="559"/>
          <ac:spMkLst>
            <pc:docMk/>
            <pc:sldMk cId="0" sldId="276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1:34:25.500" v="135" actId="20577"/>
          <ac:spMkLst>
            <pc:docMk/>
            <pc:sldMk cId="0" sldId="276"/>
            <ac:spMk id="6" creationId="{00000000-0000-0000-0000-000000000000}"/>
          </ac:spMkLst>
        </pc:spChg>
      </pc:sldChg>
      <pc:sldChg chg="delSp">
        <pc:chgData name="Guest User" userId="" providerId="Windows Live" clId="Web-{67A09701-7134-3ABF-1A14-FBDB2828BE2B}" dt="2026-06-12T11:34:31.016" v="136"/>
        <pc:sldMkLst>
          <pc:docMk/>
          <pc:sldMk cId="0" sldId="277"/>
        </pc:sldMkLst>
        <pc:spChg chg="del">
          <ac:chgData name="Guest User" userId="" providerId="Windows Live" clId="Web-{67A09701-7134-3ABF-1A14-FBDB2828BE2B}" dt="2026-06-12T11:22:18.958" v="0"/>
          <ac:spMkLst>
            <pc:docMk/>
            <pc:sldMk cId="0" sldId="277"/>
            <ac:spMk id="8" creationId="{00000000-0000-0000-0000-000000000000}"/>
          </ac:spMkLst>
        </pc:spChg>
        <pc:spChg chg="del">
          <ac:chgData name="Guest User" userId="" providerId="Windows Live" clId="Web-{67A09701-7134-3ABF-1A14-FBDB2828BE2B}" dt="2026-06-12T11:34:31.016" v="136"/>
          <ac:spMkLst>
            <pc:docMk/>
            <pc:sldMk cId="0" sldId="277"/>
            <ac:spMk id="9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18:15.795" v="644" actId="20577"/>
        <pc:sldMkLst>
          <pc:docMk/>
          <pc:sldMk cId="0" sldId="278"/>
        </pc:sldMkLst>
        <pc:spChg chg="mod">
          <ac:chgData name="Guest User" userId="" providerId="Windows Live" clId="Web-{67A09701-7134-3ABF-1A14-FBDB2828BE2B}" dt="2026-06-12T12:18:15.795" v="644" actId="20577"/>
          <ac:spMkLst>
            <pc:docMk/>
            <pc:sldMk cId="0" sldId="278"/>
            <ac:spMk id="12" creationId="{00000000-0000-0000-0000-000000000000}"/>
          </ac:spMkLst>
        </pc:spChg>
        <pc:graphicFrameChg chg="mod modGraphic">
          <ac:chgData name="Guest User" userId="" providerId="Windows Live" clId="Web-{67A09701-7134-3ABF-1A14-FBDB2828BE2B}" dt="2026-06-12T11:22:28.692" v="5"/>
          <ac:graphicFrameMkLst>
            <pc:docMk/>
            <pc:sldMk cId="0" sldId="278"/>
            <ac:graphicFrameMk id="24" creationId="{00000000-0000-0000-0000-000000000000}"/>
          </ac:graphicFrameMkLst>
        </pc:graphicFrameChg>
      </pc:sldChg>
      <pc:sldChg chg="modSp">
        <pc:chgData name="Guest User" userId="" providerId="Windows Live" clId="Web-{67A09701-7134-3ABF-1A14-FBDB2828BE2B}" dt="2026-06-12T11:33:04.638" v="118" actId="20577"/>
        <pc:sldMkLst>
          <pc:docMk/>
          <pc:sldMk cId="0" sldId="280"/>
        </pc:sldMkLst>
        <pc:spChg chg="mod">
          <ac:chgData name="Guest User" userId="" providerId="Windows Live" clId="Web-{67A09701-7134-3ABF-1A14-FBDB2828BE2B}" dt="2026-06-12T11:32:54.825" v="116" actId="20577"/>
          <ac:spMkLst>
            <pc:docMk/>
            <pc:sldMk cId="0" sldId="280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1:33:04.638" v="118" actId="20577"/>
          <ac:spMkLst>
            <pc:docMk/>
            <pc:sldMk cId="0" sldId="280"/>
            <ac:spMk id="17" creationId="{00000000-0000-0000-0000-000000000000}"/>
          </ac:spMkLst>
        </pc:spChg>
        <pc:spChg chg="mod">
          <ac:chgData name="Guest User" userId="" providerId="Windows Live" clId="Web-{67A09701-7134-3ABF-1A14-FBDB2828BE2B}" dt="2026-06-12T11:33:01.060" v="117" actId="20577"/>
          <ac:spMkLst>
            <pc:docMk/>
            <pc:sldMk cId="0" sldId="280"/>
            <ac:spMk id="18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19:08.203" v="649" actId="20577"/>
        <pc:sldMkLst>
          <pc:docMk/>
          <pc:sldMk cId="0" sldId="281"/>
        </pc:sldMkLst>
        <pc:spChg chg="mod">
          <ac:chgData name="Guest User" userId="" providerId="Windows Live" clId="Web-{67A09701-7134-3ABF-1A14-FBDB2828BE2B}" dt="2026-06-12T12:18:59.921" v="647" actId="20577"/>
          <ac:spMkLst>
            <pc:docMk/>
            <pc:sldMk cId="0" sldId="281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2:19:08.203" v="649" actId="20577"/>
          <ac:spMkLst>
            <pc:docMk/>
            <pc:sldMk cId="0" sldId="281"/>
            <ac:spMk id="13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20:13.971" v="669" actId="20577"/>
        <pc:sldMkLst>
          <pc:docMk/>
          <pc:sldMk cId="0" sldId="282"/>
        </pc:sldMkLst>
        <pc:spChg chg="mod">
          <ac:chgData name="Guest User" userId="" providerId="Windows Live" clId="Web-{67A09701-7134-3ABF-1A14-FBDB2828BE2B}" dt="2026-06-12T11:31:08.056" v="75" actId="20577"/>
          <ac:spMkLst>
            <pc:docMk/>
            <pc:sldMk cId="0" sldId="282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1:32:19.324" v="110" actId="20577"/>
          <ac:spMkLst>
            <pc:docMk/>
            <pc:sldMk cId="0" sldId="282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1:31:22.556" v="82" actId="20577"/>
          <ac:spMkLst>
            <pc:docMk/>
            <pc:sldMk cId="0" sldId="282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2:19:46.876" v="654" actId="14100"/>
          <ac:spMkLst>
            <pc:docMk/>
            <pc:sldMk cId="0" sldId="282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2:19:21.203" v="650" actId="20577"/>
          <ac:spMkLst>
            <pc:docMk/>
            <pc:sldMk cId="0" sldId="282"/>
            <ac:spMk id="16" creationId="{00000000-0000-0000-0000-000000000000}"/>
          </ac:spMkLst>
        </pc:spChg>
        <pc:spChg chg="mod">
          <ac:chgData name="Guest User" userId="" providerId="Windows Live" clId="Web-{67A09701-7134-3ABF-1A14-FBDB2828BE2B}" dt="2026-06-12T12:20:13.971" v="669" actId="20577"/>
          <ac:spMkLst>
            <pc:docMk/>
            <pc:sldMk cId="0" sldId="282"/>
            <ac:spMk id="17" creationId="{00000000-0000-0000-0000-000000000000}"/>
          </ac:spMkLst>
        </pc:spChg>
      </pc:sldChg>
      <pc:sldChg chg="delSp modSp">
        <pc:chgData name="Guest User" userId="" providerId="Windows Live" clId="Web-{67A09701-7134-3ABF-1A14-FBDB2828BE2B}" dt="2026-06-12T12:45:38.265" v="1127" actId="1076"/>
        <pc:sldMkLst>
          <pc:docMk/>
          <pc:sldMk cId="0" sldId="283"/>
        </pc:sldMkLst>
        <pc:spChg chg="mod">
          <ac:chgData name="Guest User" userId="" providerId="Windows Live" clId="Web-{67A09701-7134-3ABF-1A14-FBDB2828BE2B}" dt="2026-06-12T11:23:34.539" v="31" actId="20577"/>
          <ac:spMkLst>
            <pc:docMk/>
            <pc:sldMk cId="0" sldId="283"/>
            <ac:spMk id="3" creationId="{00000000-0000-0000-0000-000000000000}"/>
          </ac:spMkLst>
        </pc:spChg>
        <pc:spChg chg="del">
          <ac:chgData name="Guest User" userId="" providerId="Windows Live" clId="Web-{67A09701-7134-3ABF-1A14-FBDB2828BE2B}" dt="2026-06-12T11:23:18.960" v="9"/>
          <ac:spMkLst>
            <pc:docMk/>
            <pc:sldMk cId="0" sldId="283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1:29:21.489" v="36"/>
          <ac:spMkLst>
            <pc:docMk/>
            <pc:sldMk cId="0" sldId="283"/>
            <ac:spMk id="7" creationId="{00000000-0000-0000-0000-000000000000}"/>
          </ac:spMkLst>
        </pc:spChg>
        <pc:spChg chg="mod">
          <ac:chgData name="Guest User" userId="" providerId="Windows Live" clId="Web-{67A09701-7134-3ABF-1A14-FBDB2828BE2B}" dt="2026-06-12T11:29:29.224" v="41"/>
          <ac:spMkLst>
            <pc:docMk/>
            <pc:sldMk cId="0" sldId="283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1:29:21.489" v="37"/>
          <ac:spMkLst>
            <pc:docMk/>
            <pc:sldMk cId="0" sldId="283"/>
            <ac:spMk id="11" creationId="{00000000-0000-0000-0000-000000000000}"/>
          </ac:spMkLst>
        </pc:spChg>
        <pc:spChg chg="mod">
          <ac:chgData name="Guest User" userId="" providerId="Windows Live" clId="Web-{67A09701-7134-3ABF-1A14-FBDB2828BE2B}" dt="2026-06-12T11:29:29.224" v="42"/>
          <ac:spMkLst>
            <pc:docMk/>
            <pc:sldMk cId="0" sldId="283"/>
            <ac:spMk id="15" creationId="{00000000-0000-0000-0000-000000000000}"/>
          </ac:spMkLst>
        </pc:spChg>
        <pc:spChg chg="mod">
          <ac:chgData name="Guest User" userId="" providerId="Windows Live" clId="Web-{67A09701-7134-3ABF-1A14-FBDB2828BE2B}" dt="2026-06-12T11:29:21.489" v="38"/>
          <ac:spMkLst>
            <pc:docMk/>
            <pc:sldMk cId="0" sldId="283"/>
            <ac:spMk id="16" creationId="{00000000-0000-0000-0000-000000000000}"/>
          </ac:spMkLst>
        </pc:spChg>
        <pc:spChg chg="mod">
          <ac:chgData name="Guest User" userId="" providerId="Windows Live" clId="Web-{67A09701-7134-3ABF-1A14-FBDB2828BE2B}" dt="2026-06-12T11:29:29.224" v="43"/>
          <ac:spMkLst>
            <pc:docMk/>
            <pc:sldMk cId="0" sldId="283"/>
            <ac:spMk id="20" creationId="{00000000-0000-0000-0000-000000000000}"/>
          </ac:spMkLst>
        </pc:spChg>
        <pc:spChg chg="mod">
          <ac:chgData name="Guest User" userId="" providerId="Windows Live" clId="Web-{67A09701-7134-3ABF-1A14-FBDB2828BE2B}" dt="2026-06-12T11:29:21.489" v="39"/>
          <ac:spMkLst>
            <pc:docMk/>
            <pc:sldMk cId="0" sldId="283"/>
            <ac:spMk id="21" creationId="{00000000-0000-0000-0000-000000000000}"/>
          </ac:spMkLst>
        </pc:spChg>
        <pc:spChg chg="mod">
          <ac:chgData name="Guest User" userId="" providerId="Windows Live" clId="Web-{67A09701-7134-3ABF-1A14-FBDB2828BE2B}" dt="2026-06-12T11:29:29.364" v="44"/>
          <ac:spMkLst>
            <pc:docMk/>
            <pc:sldMk cId="0" sldId="283"/>
            <ac:spMk id="25" creationId="{00000000-0000-0000-0000-000000000000}"/>
          </ac:spMkLst>
        </pc:spChg>
        <pc:spChg chg="mod">
          <ac:chgData name="Guest User" userId="" providerId="Windows Live" clId="Web-{67A09701-7134-3ABF-1A14-FBDB2828BE2B}" dt="2026-06-12T11:29:21.692" v="40"/>
          <ac:spMkLst>
            <pc:docMk/>
            <pc:sldMk cId="0" sldId="283"/>
            <ac:spMk id="26" creationId="{00000000-0000-0000-0000-000000000000}"/>
          </ac:spMkLst>
        </pc:spChg>
        <pc:spChg chg="mod">
          <ac:chgData name="Guest User" userId="" providerId="Windows Live" clId="Web-{67A09701-7134-3ABF-1A14-FBDB2828BE2B}" dt="2026-06-12T12:45:38.265" v="1127" actId="1076"/>
          <ac:spMkLst>
            <pc:docMk/>
            <pc:sldMk cId="0" sldId="283"/>
            <ac:spMk id="29" creationId="{00000000-0000-0000-0000-000000000000}"/>
          </ac:spMkLst>
        </pc:spChg>
      </pc:sldChg>
      <pc:sldChg chg="addSp delSp modSp">
        <pc:chgData name="Guest User" userId="" providerId="Windows Live" clId="Web-{67A09701-7134-3ABF-1A14-FBDB2828BE2B}" dt="2026-06-12T12:46:49.080" v="1157" actId="20577"/>
        <pc:sldMkLst>
          <pc:docMk/>
          <pc:sldMk cId="0" sldId="284"/>
        </pc:sldMkLst>
        <pc:spChg chg="mod">
          <ac:chgData name="Guest User" userId="" providerId="Windows Live" clId="Web-{67A09701-7134-3ABF-1A14-FBDB2828BE2B}" dt="2026-06-12T12:38:10.434" v="894" actId="20577"/>
          <ac:spMkLst>
            <pc:docMk/>
            <pc:sldMk cId="0" sldId="284"/>
            <ac:spMk id="3" creationId="{00000000-0000-0000-0000-000000000000}"/>
          </ac:spMkLst>
        </pc:spChg>
        <pc:spChg chg="add del mod">
          <ac:chgData name="Guest User" userId="" providerId="Windows Live" clId="Web-{67A09701-7134-3ABF-1A14-FBDB2828BE2B}" dt="2026-06-12T12:45:37.156" v="1126"/>
          <ac:spMkLst>
            <pc:docMk/>
            <pc:sldMk cId="0" sldId="284"/>
            <ac:spMk id="4" creationId="{E384E423-75E3-E903-4C4C-89626199D01A}"/>
          </ac:spMkLst>
        </pc:spChg>
        <pc:spChg chg="mod">
          <ac:chgData name="Guest User" userId="" providerId="Windows Live" clId="Web-{67A09701-7134-3ABF-1A14-FBDB2828BE2B}" dt="2026-06-12T12:45:18.421" v="1117" actId="14100"/>
          <ac:spMkLst>
            <pc:docMk/>
            <pc:sldMk cId="0" sldId="284"/>
            <ac:spMk id="6" creationId="{00000000-0000-0000-0000-000000000000}"/>
          </ac:spMkLst>
        </pc:spChg>
        <pc:spChg chg="mod">
          <ac:chgData name="Guest User" userId="" providerId="Windows Live" clId="Web-{67A09701-7134-3ABF-1A14-FBDB2828BE2B}" dt="2026-06-12T12:45:22.061" v="1120" actId="14100"/>
          <ac:spMkLst>
            <pc:docMk/>
            <pc:sldMk cId="0" sldId="284"/>
            <ac:spMk id="7" creationId="{00000000-0000-0000-0000-000000000000}"/>
          </ac:spMkLst>
        </pc:spChg>
        <pc:spChg chg="mod">
          <ac:chgData name="Guest User" userId="" providerId="Windows Live" clId="Web-{67A09701-7134-3ABF-1A14-FBDB2828BE2B}" dt="2026-06-12T12:40:15.829" v="949" actId="20577"/>
          <ac:spMkLst>
            <pc:docMk/>
            <pc:sldMk cId="0" sldId="284"/>
            <ac:spMk id="8" creationId="{00000000-0000-0000-0000-000000000000}"/>
          </ac:spMkLst>
        </pc:spChg>
        <pc:spChg chg="mod">
          <ac:chgData name="Guest User" userId="" providerId="Windows Live" clId="Web-{67A09701-7134-3ABF-1A14-FBDB2828BE2B}" dt="2026-06-12T12:42:35.852" v="1016" actId="20577"/>
          <ac:spMkLst>
            <pc:docMk/>
            <pc:sldMk cId="0" sldId="284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45:18.483" v="1118" actId="14100"/>
          <ac:spMkLst>
            <pc:docMk/>
            <pc:sldMk cId="0" sldId="284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2:45:22.093" v="1121" actId="14100"/>
          <ac:spMkLst>
            <pc:docMk/>
            <pc:sldMk cId="0" sldId="284"/>
            <ac:spMk id="11" creationId="{00000000-0000-0000-0000-000000000000}"/>
          </ac:spMkLst>
        </pc:spChg>
        <pc:spChg chg="mod">
          <ac:chgData name="Guest User" userId="" providerId="Windows Live" clId="Web-{67A09701-7134-3ABF-1A14-FBDB2828BE2B}" dt="2026-06-12T12:40:35.519" v="957" actId="20577"/>
          <ac:spMkLst>
            <pc:docMk/>
            <pc:sldMk cId="0" sldId="284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2:44:01.011" v="1067" actId="20577"/>
          <ac:spMkLst>
            <pc:docMk/>
            <pc:sldMk cId="0" sldId="284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2:45:18.546" v="1119" actId="14100"/>
          <ac:spMkLst>
            <pc:docMk/>
            <pc:sldMk cId="0" sldId="284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2:45:22.139" v="1122" actId="14100"/>
          <ac:spMkLst>
            <pc:docMk/>
            <pc:sldMk cId="0" sldId="284"/>
            <ac:spMk id="15" creationId="{00000000-0000-0000-0000-000000000000}"/>
          </ac:spMkLst>
        </pc:spChg>
        <pc:spChg chg="mod">
          <ac:chgData name="Guest User" userId="" providerId="Windows Live" clId="Web-{67A09701-7134-3ABF-1A14-FBDB2828BE2B}" dt="2026-06-12T12:44:05.293" v="1070" actId="20577"/>
          <ac:spMkLst>
            <pc:docMk/>
            <pc:sldMk cId="0" sldId="284"/>
            <ac:spMk id="16" creationId="{00000000-0000-0000-0000-000000000000}"/>
          </ac:spMkLst>
        </pc:spChg>
        <pc:spChg chg="mod">
          <ac:chgData name="Guest User" userId="" providerId="Windows Live" clId="Web-{67A09701-7134-3ABF-1A14-FBDB2828BE2B}" dt="2026-06-12T12:45:11.639" v="1116" actId="20577"/>
          <ac:spMkLst>
            <pc:docMk/>
            <pc:sldMk cId="0" sldId="284"/>
            <ac:spMk id="17" creationId="{00000000-0000-0000-0000-000000000000}"/>
          </ac:spMkLst>
        </pc:spChg>
        <pc:spChg chg="add mod">
          <ac:chgData name="Guest User" userId="" providerId="Windows Live" clId="Web-{67A09701-7134-3ABF-1A14-FBDB2828BE2B}" dt="2026-06-12T12:46:49.080" v="1157" actId="20577"/>
          <ac:spMkLst>
            <pc:docMk/>
            <pc:sldMk cId="0" sldId="284"/>
            <ac:spMk id="20" creationId="{6C6E1AF3-ACAA-7C6B-2634-10F7EDDB0305}"/>
          </ac:spMkLst>
        </pc:spChg>
      </pc:sldChg>
      <pc:sldChg chg="delSp">
        <pc:chgData name="Guest User" userId="" providerId="Windows Live" clId="Web-{67A09701-7134-3ABF-1A14-FBDB2828BE2B}" dt="2026-06-12T11:53:53.349" v="547"/>
        <pc:sldMkLst>
          <pc:docMk/>
          <pc:sldMk cId="0" sldId="285"/>
        </pc:sldMkLst>
        <pc:spChg chg="del">
          <ac:chgData name="Guest User" userId="" providerId="Windows Live" clId="Web-{67A09701-7134-3ABF-1A14-FBDB2828BE2B}" dt="2026-06-12T11:53:53.349" v="547"/>
          <ac:spMkLst>
            <pc:docMk/>
            <pc:sldMk cId="0" sldId="285"/>
            <ac:spMk id="8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48:06.630" v="1171" actId="20577"/>
        <pc:sldMkLst>
          <pc:docMk/>
          <pc:sldMk cId="0" sldId="286"/>
        </pc:sldMkLst>
        <pc:spChg chg="mod">
          <ac:chgData name="Guest User" userId="" providerId="Windows Live" clId="Web-{67A09701-7134-3ABF-1A14-FBDB2828BE2B}" dt="2026-06-12T12:48:00.130" v="1170" actId="20577"/>
          <ac:spMkLst>
            <pc:docMk/>
            <pc:sldMk cId="0" sldId="286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47:42.504" v="1167"/>
          <ac:spMkLst>
            <pc:docMk/>
            <pc:sldMk cId="0" sldId="286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2:23:02.321" v="698" actId="20577"/>
          <ac:spMkLst>
            <pc:docMk/>
            <pc:sldMk cId="0" sldId="286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2:47:42.520" v="1168"/>
          <ac:spMkLst>
            <pc:docMk/>
            <pc:sldMk cId="0" sldId="286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2:48:06.630" v="1171" actId="20577"/>
          <ac:spMkLst>
            <pc:docMk/>
            <pc:sldMk cId="0" sldId="286"/>
            <ac:spMk id="17" creationId="{00000000-0000-0000-0000-000000000000}"/>
          </ac:spMkLst>
        </pc:spChg>
        <pc:spChg chg="mod">
          <ac:chgData name="Guest User" userId="" providerId="Windows Live" clId="Web-{67A09701-7134-3ABF-1A14-FBDB2828BE2B}" dt="2026-06-12T12:47:42.660" v="1169"/>
          <ac:spMkLst>
            <pc:docMk/>
            <pc:sldMk cId="0" sldId="286"/>
            <ac:spMk id="18" creationId="{00000000-0000-0000-0000-000000000000}"/>
          </ac:spMkLst>
        </pc:spChg>
      </pc:sldChg>
      <pc:sldChg chg="delSp modSp">
        <pc:chgData name="Guest User" userId="" providerId="Windows Live" clId="Web-{67A09701-7134-3ABF-1A14-FBDB2828BE2B}" dt="2026-06-12T12:31:48.295" v="832" actId="1076"/>
        <pc:sldMkLst>
          <pc:docMk/>
          <pc:sldMk cId="0" sldId="287"/>
        </pc:sldMkLst>
        <pc:spChg chg="mod">
          <ac:chgData name="Guest User" userId="" providerId="Windows Live" clId="Web-{67A09701-7134-3ABF-1A14-FBDB2828BE2B}" dt="2026-06-12T12:30:01.463" v="804" actId="20577"/>
          <ac:spMkLst>
            <pc:docMk/>
            <pc:sldMk cId="0" sldId="287"/>
            <ac:spMk id="3" creationId="{00000000-0000-0000-0000-000000000000}"/>
          </ac:spMkLst>
        </pc:spChg>
        <pc:spChg chg="del">
          <ac:chgData name="Guest User" userId="" providerId="Windows Live" clId="Web-{67A09701-7134-3ABF-1A14-FBDB2828BE2B}" dt="2026-06-12T11:53:37.489" v="546"/>
          <ac:spMkLst>
            <pc:docMk/>
            <pc:sldMk cId="0" sldId="287"/>
            <ac:spMk id="4" creationId="{00000000-0000-0000-0000-000000000000}"/>
          </ac:spMkLst>
        </pc:spChg>
        <pc:spChg chg="mod">
          <ac:chgData name="Guest User" userId="" providerId="Windows Live" clId="Web-{67A09701-7134-3ABF-1A14-FBDB2828BE2B}" dt="2026-06-12T12:31:48.295" v="832" actId="1076"/>
          <ac:spMkLst>
            <pc:docMk/>
            <pc:sldMk cId="0" sldId="287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30:12.119" v="808" actId="20577"/>
          <ac:spMkLst>
            <pc:docMk/>
            <pc:sldMk cId="0" sldId="287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2:31:40.029" v="831" actId="20577"/>
          <ac:spMkLst>
            <pc:docMk/>
            <pc:sldMk cId="0" sldId="287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2:31:26.560" v="830" actId="20577"/>
          <ac:spMkLst>
            <pc:docMk/>
            <pc:sldMk cId="0" sldId="287"/>
            <ac:spMk id="1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48:36.491" v="1175" actId="20577"/>
        <pc:sldMkLst>
          <pc:docMk/>
          <pc:sldMk cId="0" sldId="288"/>
        </pc:sldMkLst>
        <pc:spChg chg="mod">
          <ac:chgData name="Guest User" userId="" providerId="Windows Live" clId="Web-{67A09701-7134-3ABF-1A14-FBDB2828BE2B}" dt="2026-06-12T12:32:09.671" v="841" actId="20577"/>
          <ac:spMkLst>
            <pc:docMk/>
            <pc:sldMk cId="0" sldId="288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48:26.146" v="1172"/>
          <ac:spMkLst>
            <pc:docMk/>
            <pc:sldMk cId="0" sldId="288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1:45:03.259" v="408" actId="20577"/>
          <ac:spMkLst>
            <pc:docMk/>
            <pc:sldMk cId="0" sldId="288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1:44:53.540" v="398" actId="20577"/>
          <ac:spMkLst>
            <pc:docMk/>
            <pc:sldMk cId="0" sldId="288"/>
            <ac:spMk id="15" creationId="{00000000-0000-0000-0000-000000000000}"/>
          </ac:spMkLst>
        </pc:spChg>
        <pc:spChg chg="mod">
          <ac:chgData name="Guest User" userId="" providerId="Windows Live" clId="Web-{67A09701-7134-3ABF-1A14-FBDB2828BE2B}" dt="2026-06-12T11:45:00.384" v="406" actId="20577"/>
          <ac:spMkLst>
            <pc:docMk/>
            <pc:sldMk cId="0" sldId="288"/>
            <ac:spMk id="19" creationId="{00000000-0000-0000-0000-000000000000}"/>
          </ac:spMkLst>
        </pc:spChg>
        <pc:spChg chg="mod">
          <ac:chgData name="Guest User" userId="" providerId="Windows Live" clId="Web-{67A09701-7134-3ABF-1A14-FBDB2828BE2B}" dt="2026-06-12T12:48:26.146" v="1173"/>
          <ac:spMkLst>
            <pc:docMk/>
            <pc:sldMk cId="0" sldId="288"/>
            <ac:spMk id="20" creationId="{00000000-0000-0000-0000-000000000000}"/>
          </ac:spMkLst>
        </pc:spChg>
        <pc:spChg chg="mod">
          <ac:chgData name="Guest User" userId="" providerId="Windows Live" clId="Web-{67A09701-7134-3ABF-1A14-FBDB2828BE2B}" dt="2026-06-12T11:43:20.521" v="381" actId="1076"/>
          <ac:spMkLst>
            <pc:docMk/>
            <pc:sldMk cId="0" sldId="288"/>
            <ac:spMk id="21" creationId="{00000000-0000-0000-0000-000000000000}"/>
          </ac:spMkLst>
        </pc:spChg>
        <pc:spChg chg="mod">
          <ac:chgData name="Guest User" userId="" providerId="Windows Live" clId="Web-{67A09701-7134-3ABF-1A14-FBDB2828BE2B}" dt="2026-06-12T11:45:15.978" v="415" actId="20577"/>
          <ac:spMkLst>
            <pc:docMk/>
            <pc:sldMk cId="0" sldId="288"/>
            <ac:spMk id="24" creationId="{00000000-0000-0000-0000-000000000000}"/>
          </ac:spMkLst>
        </pc:spChg>
        <pc:spChg chg="mod">
          <ac:chgData name="Guest User" userId="" providerId="Windows Live" clId="Web-{67A09701-7134-3ABF-1A14-FBDB2828BE2B}" dt="2026-06-12T11:45:47.323" v="438" actId="20577"/>
          <ac:spMkLst>
            <pc:docMk/>
            <pc:sldMk cId="0" sldId="288"/>
            <ac:spMk id="25" creationId="{00000000-0000-0000-0000-000000000000}"/>
          </ac:spMkLst>
        </pc:spChg>
        <pc:spChg chg="mod">
          <ac:chgData name="Guest User" userId="" providerId="Windows Live" clId="Web-{67A09701-7134-3ABF-1A14-FBDB2828BE2B}" dt="2026-06-12T11:46:50.200" v="474" actId="20577"/>
          <ac:spMkLst>
            <pc:docMk/>
            <pc:sldMk cId="0" sldId="288"/>
            <ac:spMk id="29" creationId="{00000000-0000-0000-0000-000000000000}"/>
          </ac:spMkLst>
        </pc:spChg>
        <pc:spChg chg="mod">
          <ac:chgData name="Guest User" userId="" providerId="Windows Live" clId="Web-{67A09701-7134-3ABF-1A14-FBDB2828BE2B}" dt="2026-06-12T12:48:36.491" v="1175" actId="20577"/>
          <ac:spMkLst>
            <pc:docMk/>
            <pc:sldMk cId="0" sldId="288"/>
            <ac:spMk id="30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49:28.794" v="1182" actId="20577"/>
        <pc:sldMkLst>
          <pc:docMk/>
          <pc:sldMk cId="0" sldId="289"/>
        </pc:sldMkLst>
        <pc:spChg chg="mod">
          <ac:chgData name="Guest User" userId="" providerId="Windows Live" clId="Web-{67A09701-7134-3ABF-1A14-FBDB2828BE2B}" dt="2026-06-12T12:49:28.794" v="1182" actId="20577"/>
          <ac:spMkLst>
            <pc:docMk/>
            <pc:sldMk cId="0" sldId="289"/>
            <ac:spMk id="8" creationId="{00000000-0000-0000-0000-000000000000}"/>
          </ac:spMkLst>
        </pc:spChg>
        <pc:spChg chg="mod">
          <ac:chgData name="Guest User" userId="" providerId="Windows Live" clId="Web-{67A09701-7134-3ABF-1A14-FBDB2828BE2B}" dt="2026-06-12T12:48:45.710" v="1176"/>
          <ac:spMkLst>
            <pc:docMk/>
            <pc:sldMk cId="0" sldId="289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1:47:57.814" v="487" actId="1076"/>
          <ac:spMkLst>
            <pc:docMk/>
            <pc:sldMk cId="0" sldId="289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2:33:11.407" v="857" actId="20577"/>
          <ac:spMkLst>
            <pc:docMk/>
            <pc:sldMk cId="0" sldId="289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2:48:45.788" v="1177"/>
          <ac:spMkLst>
            <pc:docMk/>
            <pc:sldMk cId="0" sldId="289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2:49:20.622" v="1181" actId="20577"/>
          <ac:spMkLst>
            <pc:docMk/>
            <pc:sldMk cId="0" sldId="289"/>
            <ac:spMk id="16" creationId="{00000000-0000-0000-0000-000000000000}"/>
          </ac:spMkLst>
        </pc:spChg>
        <pc:spChg chg="mod">
          <ac:chgData name="Guest User" userId="" providerId="Windows Live" clId="Web-{67A09701-7134-3ABF-1A14-FBDB2828BE2B}" dt="2026-06-12T12:34:47.067" v="883" actId="20577"/>
          <ac:spMkLst>
            <pc:docMk/>
            <pc:sldMk cId="0" sldId="289"/>
            <ac:spMk id="17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2:51:18.892" v="1204" actId="20577"/>
        <pc:sldMkLst>
          <pc:docMk/>
          <pc:sldMk cId="0" sldId="290"/>
        </pc:sldMkLst>
        <pc:spChg chg="mod">
          <ac:chgData name="Guest User" userId="" providerId="Windows Live" clId="Web-{67A09701-7134-3ABF-1A14-FBDB2828BE2B}" dt="2026-06-12T11:50:44.414" v="527" actId="14100"/>
          <ac:spMkLst>
            <pc:docMk/>
            <pc:sldMk cId="0" sldId="290"/>
            <ac:spMk id="6" creationId="{00000000-0000-0000-0000-000000000000}"/>
          </ac:spMkLst>
        </pc:spChg>
        <pc:spChg chg="mod">
          <ac:chgData name="Guest User" userId="" providerId="Windows Live" clId="Web-{67A09701-7134-3ABF-1A14-FBDB2828BE2B}" dt="2026-06-12T11:50:51.696" v="528" actId="14100"/>
          <ac:spMkLst>
            <pc:docMk/>
            <pc:sldMk cId="0" sldId="290"/>
            <ac:spMk id="7" creationId="{00000000-0000-0000-0000-000000000000}"/>
          </ac:spMkLst>
        </pc:spChg>
        <pc:spChg chg="mod">
          <ac:chgData name="Guest User" userId="" providerId="Windows Live" clId="Web-{67A09701-7134-3ABF-1A14-FBDB2828BE2B}" dt="2026-06-12T11:48:35.956" v="497"/>
          <ac:spMkLst>
            <pc:docMk/>
            <pc:sldMk cId="0" sldId="290"/>
            <ac:spMk id="8" creationId="{00000000-0000-0000-0000-000000000000}"/>
          </ac:spMkLst>
        </pc:spChg>
        <pc:spChg chg="mod">
          <ac:chgData name="Guest User" userId="" providerId="Windows Live" clId="Web-{67A09701-7134-3ABF-1A14-FBDB2828BE2B}" dt="2026-06-12T12:50:30.546" v="1191" actId="20577"/>
          <ac:spMkLst>
            <pc:docMk/>
            <pc:sldMk cId="0" sldId="290"/>
            <ac:spMk id="9" creationId="{00000000-0000-0000-0000-000000000000}"/>
          </ac:spMkLst>
        </pc:spChg>
        <pc:spChg chg="mod">
          <ac:chgData name="Guest User" userId="" providerId="Windows Live" clId="Web-{67A09701-7134-3ABF-1A14-FBDB2828BE2B}" dt="2026-06-12T12:51:02.516" v="1200" actId="14100"/>
          <ac:spMkLst>
            <pc:docMk/>
            <pc:sldMk cId="0" sldId="290"/>
            <ac:spMk id="10" creationId="{00000000-0000-0000-0000-000000000000}"/>
          </ac:spMkLst>
        </pc:spChg>
        <pc:spChg chg="mod">
          <ac:chgData name="Guest User" userId="" providerId="Windows Live" clId="Web-{67A09701-7134-3ABF-1A14-FBDB2828BE2B}" dt="2026-06-12T12:51:02.563" v="1201" actId="14100"/>
          <ac:spMkLst>
            <pc:docMk/>
            <pc:sldMk cId="0" sldId="290"/>
            <ac:spMk id="11" creationId="{00000000-0000-0000-0000-000000000000}"/>
          </ac:spMkLst>
        </pc:spChg>
        <pc:spChg chg="mod">
          <ac:chgData name="Guest User" userId="" providerId="Windows Live" clId="Web-{67A09701-7134-3ABF-1A14-FBDB2828BE2B}" dt="2026-06-12T12:51:02.610" v="1202" actId="14100"/>
          <ac:spMkLst>
            <pc:docMk/>
            <pc:sldMk cId="0" sldId="290"/>
            <ac:spMk id="12" creationId="{00000000-0000-0000-0000-000000000000}"/>
          </ac:spMkLst>
        </pc:spChg>
        <pc:spChg chg="mod">
          <ac:chgData name="Guest User" userId="" providerId="Windows Live" clId="Web-{67A09701-7134-3ABF-1A14-FBDB2828BE2B}" dt="2026-06-12T12:51:02.673" v="1203" actId="14100"/>
          <ac:spMkLst>
            <pc:docMk/>
            <pc:sldMk cId="0" sldId="290"/>
            <ac:spMk id="13" creationId="{00000000-0000-0000-0000-000000000000}"/>
          </ac:spMkLst>
        </pc:spChg>
        <pc:spChg chg="mod">
          <ac:chgData name="Guest User" userId="" providerId="Windows Live" clId="Web-{67A09701-7134-3ABF-1A14-FBDB2828BE2B}" dt="2026-06-12T11:50:36.195" v="525" actId="14100"/>
          <ac:spMkLst>
            <pc:docMk/>
            <pc:sldMk cId="0" sldId="290"/>
            <ac:spMk id="14" creationId="{00000000-0000-0000-0000-000000000000}"/>
          </ac:spMkLst>
        </pc:spChg>
        <pc:spChg chg="mod">
          <ac:chgData name="Guest User" userId="" providerId="Windows Live" clId="Web-{67A09701-7134-3ABF-1A14-FBDB2828BE2B}" dt="2026-06-12T11:50:39.008" v="526" actId="14100"/>
          <ac:spMkLst>
            <pc:docMk/>
            <pc:sldMk cId="0" sldId="290"/>
            <ac:spMk id="15" creationId="{00000000-0000-0000-0000-000000000000}"/>
          </ac:spMkLst>
        </pc:spChg>
        <pc:spChg chg="mod">
          <ac:chgData name="Guest User" userId="" providerId="Windows Live" clId="Web-{67A09701-7134-3ABF-1A14-FBDB2828BE2B}" dt="2026-06-12T12:51:18.892" v="1204" actId="20577"/>
          <ac:spMkLst>
            <pc:docMk/>
            <pc:sldMk cId="0" sldId="290"/>
            <ac:spMk id="16" creationId="{00000000-0000-0000-0000-000000000000}"/>
          </ac:spMkLst>
        </pc:spChg>
      </pc:sldChg>
      <pc:sldChg chg="modSp">
        <pc:chgData name="Guest User" userId="" providerId="Windows Live" clId="Web-{67A09701-7134-3ABF-1A14-FBDB2828BE2B}" dt="2026-06-12T11:56:37.527" v="582" actId="20577"/>
        <pc:sldMkLst>
          <pc:docMk/>
          <pc:sldMk cId="2125446996" sldId="292"/>
        </pc:sldMkLst>
        <pc:spChg chg="mod">
          <ac:chgData name="Guest User" userId="" providerId="Windows Live" clId="Web-{67A09701-7134-3ABF-1A14-FBDB2828BE2B}" dt="2026-06-12T11:56:33.292" v="581" actId="20577"/>
          <ac:spMkLst>
            <pc:docMk/>
            <pc:sldMk cId="2125446996" sldId="292"/>
            <ac:spMk id="9" creationId="{115539F2-D8B8-2596-32EC-0EFB442F4AA3}"/>
          </ac:spMkLst>
        </pc:spChg>
        <pc:spChg chg="mod">
          <ac:chgData name="Guest User" userId="" providerId="Windows Live" clId="Web-{67A09701-7134-3ABF-1A14-FBDB2828BE2B}" dt="2026-06-12T11:56:37.527" v="582" actId="20577"/>
          <ac:spMkLst>
            <pc:docMk/>
            <pc:sldMk cId="2125446996" sldId="292"/>
            <ac:spMk id="10" creationId="{941585BF-33C1-987B-F4A9-397EA2DB28C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072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6133B-E462-9E0B-1555-B12801E9B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1DEB6-0AFC-1272-2DDD-D01CC9077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47AAA-3CC5-C404-49F5-D24A3ACCD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11FFB-C347-D853-E80D-F410B795F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1353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vid-Nam/Yutnori-RL-Projec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457200" cy="42062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674352" y="1005840"/>
            <a:ext cx="457200" cy="42062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296144" y="1325880"/>
            <a:ext cx="457200" cy="35661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17936" y="1005840"/>
            <a:ext cx="457200" cy="42062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err="1">
                <a:solidFill>
                  <a:srgbClr val="D9A441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r>
              <a:rPr lang="en-US" sz="1400" b="1" kern="0" spc="200">
                <a:solidFill>
                  <a:srgbClr val="D9A441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400" b="1" kern="0" spc="200">
                <a:solidFill>
                  <a:srgbClr val="D9A441"/>
                </a:solidFill>
                <a:latin typeface="Pretendard"/>
                <a:ea typeface="Pretendard"/>
                <a:cs typeface="Pretendard" pitchFamily="34" charset="-120"/>
              </a:rPr>
              <a:t>프로젝트</a:t>
            </a:r>
            <a:endParaRPr lang="en-US" sz="1400">
              <a:latin typeface="Pretendard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50876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윷놀이 강화학습 프로젝트</a:t>
            </a:r>
            <a:endParaRPr lang="en-US" sz="4200"/>
          </a:p>
        </p:txBody>
      </p:sp>
      <p:sp>
        <p:nvSpPr>
          <p:cNvPr id="8" name="Text 6"/>
          <p:cNvSpPr/>
          <p:nvPr/>
        </p:nvSpPr>
        <p:spPr>
          <a:xfrm>
            <a:off x="914400" y="245059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윷놀이</a:t>
            </a:r>
            <a:r>
              <a:rPr 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게임에서의</a:t>
            </a:r>
            <a:r>
              <a:rPr 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강화학습</a:t>
            </a:r>
            <a:r>
              <a:rPr 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700" b="1">
                <a:solidFill>
                  <a:srgbClr val="F3E2C8"/>
                </a:solidFill>
                <a:latin typeface="Pretendard"/>
                <a:ea typeface="+mn-lt"/>
                <a:cs typeface="+mn-lt"/>
              </a:rPr>
              <a:t>적용</a:t>
            </a:r>
            <a:endParaRPr lang="en-US" altLang="ko-KR"/>
          </a:p>
        </p:txBody>
      </p:sp>
      <p:sp>
        <p:nvSpPr>
          <p:cNvPr id="9" name="Shape 7"/>
          <p:cNvSpPr/>
          <p:nvPr/>
        </p:nvSpPr>
        <p:spPr>
          <a:xfrm>
            <a:off x="914400" y="3154680"/>
            <a:ext cx="3840480" cy="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1440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A72046 남준우 /</a:t>
            </a:r>
            <a:r>
              <a:rPr lang="en-US" sz="1400">
                <a:solidFill>
                  <a:srgbClr val="E8D9C5"/>
                </a:solidFill>
                <a:latin typeface="Pretendard"/>
                <a:ea typeface="Pretendard"/>
                <a:cs typeface="Pretendard" pitchFamily="34" charset="-120"/>
              </a:rPr>
              <a:t>  </a:t>
            </a:r>
            <a:r>
              <a:rPr lang="en-US" sz="1400" b="1">
                <a:solidFill>
                  <a:srgbClr val="FFFFFF"/>
                </a:solidFill>
                <a:ea typeface="+mn-lt"/>
                <a:cs typeface="+mn-lt"/>
              </a:rPr>
              <a:t>A72067 </a:t>
            </a:r>
            <a:r>
              <a:rPr lang="ko-KR" altLang="en-US" sz="1400" b="1" err="1">
                <a:solidFill>
                  <a:srgbClr val="FFFFFF"/>
                </a:solidFill>
                <a:ea typeface="+mn-lt"/>
                <a:cs typeface="+mn-lt"/>
              </a:rPr>
              <a:t>이기쁨</a:t>
            </a:r>
            <a:endParaRPr lang="en-US" sz="1400">
              <a:latin typeface="Pretendard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>
                <a:solidFill>
                  <a:srgbClr val="E8D9C5"/>
                </a:solidFill>
                <a:latin typeface="Pretendard"/>
                <a:ea typeface="Pretendard"/>
                <a:cs typeface="Pretendard" pitchFamily="34" charset="-120"/>
              </a:rPr>
              <a:t>2026. 06. </a:t>
            </a:r>
            <a:r>
              <a:rPr lang="en-US" sz="1400">
                <a:solidFill>
                  <a:srgbClr val="E8D9C5"/>
                </a:solidFill>
                <a:latin typeface="Pretendard" pitchFamily="34" charset="0"/>
                <a:ea typeface="Pretendard"/>
                <a:cs typeface="Pretendard" pitchFamily="34" charset="-120"/>
              </a:rPr>
              <a:t>12</a:t>
            </a:r>
            <a:endParaRPr lang="en-US" sz="140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09D94A22-B18C-46A8-43ED-D8AAC3098436}"/>
              </a:ext>
            </a:extLst>
          </p:cNvPr>
          <p:cNvSpPr/>
          <p:nvPr/>
        </p:nvSpPr>
        <p:spPr>
          <a:xfrm>
            <a:off x="914400" y="5440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err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Github</a:t>
            </a:r>
            <a:r>
              <a:rPr lang="en-US" sz="14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 Link: </a:t>
            </a:r>
            <a:r>
              <a:rPr lang="en-US" sz="14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  <a:hlinkClick r:id="rId3"/>
              </a:rPr>
              <a:t>https://github.com/David-Nam/Yutnori-RL-Project</a:t>
            </a:r>
            <a:endParaRPr lang="en-US" sz="1400" b="1">
              <a:solidFill>
                <a:srgbClr val="FFFFFF"/>
              </a:solidFill>
              <a:latin typeface="Pretendard"/>
              <a:ea typeface="Pretendard"/>
              <a:cs typeface="Pretendard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최종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결과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요약</a:t>
            </a:r>
            <a:endParaRPr lang="en-US" sz="2500" err="1">
              <a:latin typeface="Pretendard"/>
              <a:ea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두 Agent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를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3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가지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방식으로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평가하고, 평가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기준에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따라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순위가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달라지는 것을 확인</a:t>
            </a:r>
            <a:endParaRPr lang="en-US" altLang="ko-KR" sz="1250">
              <a:solidFill>
                <a:srgbClr val="6B6258"/>
              </a:solidFill>
              <a:latin typeface="Pretendard"/>
              <a:ea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1088136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three_len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052" y="1554480"/>
            <a:ext cx="7971416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532120"/>
            <a:ext cx="1088136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0080" y="5532120"/>
            <a:ext cx="64008" cy="8686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960120" y="553212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공통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baseline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상대로는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동급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(59.76% vs 59.46%) · </a:t>
            </a:r>
            <a:r>
              <a:rPr lang="en-US" sz="1400" b="1" err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직접</a:t>
            </a:r>
            <a:r>
              <a:rPr lang="en-US" sz="1400" b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b="1" err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대전은</a:t>
            </a:r>
            <a:r>
              <a:rPr lang="en-US" sz="1400" b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 project-RF </a:t>
            </a:r>
            <a:r>
              <a:rPr lang="en-US" sz="1400" b="1" err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우세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(53.98%) · </a:t>
            </a:r>
            <a:r>
              <a:rPr lang="en-US" sz="1400" b="1" err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신경망</a:t>
            </a:r>
            <a:r>
              <a:rPr lang="en-US" sz="14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b="1" err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단독은</a:t>
            </a:r>
            <a:r>
              <a:rPr lang="en-US" sz="14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RL-project </a:t>
            </a:r>
            <a:r>
              <a:rPr lang="en-US" sz="1400" b="1" err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압도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(82.13%)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640080" y="6196861"/>
            <a:ext cx="4572000" cy="251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윷놀이 강화학습 프로젝트 — 두 설계 철학의 비교</a:t>
            </a:r>
            <a:endParaRPr lang="en-US" sz="90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40080" y="1185949"/>
            <a:ext cx="10881360" cy="111991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185949"/>
            <a:ext cx="64008" cy="111991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185949"/>
            <a:ext cx="914400" cy="11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800"/>
          </a:p>
        </p:txBody>
      </p:sp>
      <p:sp>
        <p:nvSpPr>
          <p:cNvPr id="9" name="Text 7"/>
          <p:cNvSpPr/>
          <p:nvPr/>
        </p:nvSpPr>
        <p:spPr>
          <a:xfrm>
            <a:off x="2011680" y="1350541"/>
            <a:ext cx="4754880" cy="4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700" b="1">
                <a:solidFill>
                  <a:srgbClr val="262626"/>
                </a:solidFill>
                <a:ea typeface="Pretendard"/>
                <a:cs typeface="Calibri"/>
              </a:rPr>
              <a:t>배경 및 주제 기획</a:t>
            </a:r>
          </a:p>
        </p:txBody>
      </p:sp>
      <p:sp>
        <p:nvSpPr>
          <p:cNvPr id="10" name="Text 8"/>
          <p:cNvSpPr/>
          <p:nvPr/>
        </p:nvSpPr>
        <p:spPr>
          <a:xfrm>
            <a:off x="2011680" y="1807741"/>
            <a:ext cx="9052560" cy="34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배경, 공통 평가 환경, 학습 데이터 , Action, 평가방법</a:t>
            </a:r>
            <a:endParaRPr lang="en-US" sz="1150">
              <a:solidFill>
                <a:srgbClr val="6B6258"/>
              </a:solidFill>
              <a:latin typeface="Pretendard"/>
              <a:ea typeface="Calibri"/>
              <a:cs typeface="Calibri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584981"/>
            <a:ext cx="10881360" cy="111991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584981"/>
            <a:ext cx="64008" cy="111991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60120" y="2584981"/>
            <a:ext cx="914400" cy="11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2011680" y="2749573"/>
            <a:ext cx="4754880" cy="4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700" b="1">
                <a:solidFill>
                  <a:srgbClr val="262626"/>
                </a:solidFill>
                <a:latin typeface="Pretendard"/>
                <a:ea typeface="맑은 고딕"/>
              </a:rPr>
              <a:t>State vs Reward 설계 비교  </a:t>
            </a:r>
          </a:p>
        </p:txBody>
      </p:sp>
      <p:sp>
        <p:nvSpPr>
          <p:cNvPr id="15" name="Text 13"/>
          <p:cNvSpPr/>
          <p:nvPr/>
        </p:nvSpPr>
        <p:spPr>
          <a:xfrm>
            <a:off x="2011680" y="3206773"/>
            <a:ext cx="9052560" cy="34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project-RF: </a:t>
            </a:r>
            <a:r>
              <a:rPr lang="ko-KR" alt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전략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  ·  RL-project: </a:t>
            </a:r>
            <a:r>
              <a:rPr lang="ko-KR" alt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순수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·  </a:t>
            </a:r>
            <a:r>
              <a:rPr lang="en-US" sz="11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설계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비교표</a:t>
            </a:r>
            <a:endParaRPr lang="en-US" sz="1150" err="1">
              <a:latin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984013"/>
            <a:ext cx="10881360" cy="111991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984013"/>
            <a:ext cx="64008" cy="111991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60120" y="3984013"/>
            <a:ext cx="914400" cy="11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800"/>
          </a:p>
        </p:txBody>
      </p:sp>
      <p:sp>
        <p:nvSpPr>
          <p:cNvPr id="19" name="Text 17"/>
          <p:cNvSpPr/>
          <p:nvPr/>
        </p:nvSpPr>
        <p:spPr>
          <a:xfrm>
            <a:off x="2011680" y="4148605"/>
            <a:ext cx="4754880" cy="4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평가</a:t>
            </a:r>
            <a:endParaRPr lang="en-US" sz="1700"/>
          </a:p>
        </p:txBody>
      </p:sp>
      <p:sp>
        <p:nvSpPr>
          <p:cNvPr id="20" name="Text 18"/>
          <p:cNvSpPr/>
          <p:nvPr/>
        </p:nvSpPr>
        <p:spPr>
          <a:xfrm>
            <a:off x="2011680" y="4605805"/>
            <a:ext cx="9052560" cy="34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실험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셋업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,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공통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Rule-Based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상대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, Agent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직접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대결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,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행동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분석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및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결과</a:t>
            </a:r>
            <a:r>
              <a:rPr lang="en-US" altLang="ko-KR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해석</a:t>
            </a:r>
            <a:endParaRPr lang="en-US" altLang="ko-KR" sz="1150" err="1">
              <a:solidFill>
                <a:srgbClr val="6B6258"/>
              </a:solidFill>
              <a:latin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383045"/>
            <a:ext cx="10881360" cy="111991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5383045"/>
            <a:ext cx="64008" cy="1119910"/>
          </a:xfrm>
          <a:prstGeom prst="rect">
            <a:avLst/>
          </a:prstGeom>
          <a:solidFill>
            <a:srgbClr val="2E7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60120" y="5383045"/>
            <a:ext cx="914400" cy="111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2E7D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800"/>
          </a:p>
        </p:txBody>
      </p:sp>
      <p:sp>
        <p:nvSpPr>
          <p:cNvPr id="24" name="Text 22"/>
          <p:cNvSpPr/>
          <p:nvPr/>
        </p:nvSpPr>
        <p:spPr>
          <a:xfrm>
            <a:off x="2011680" y="5547637"/>
            <a:ext cx="4754880" cy="434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해석과 결론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2011680" y="6004837"/>
            <a:ext cx="9052560" cy="34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150">
                <a:solidFill>
                  <a:srgbClr val="6B6258"/>
                </a:solidFill>
                <a:latin typeface="Pretendard"/>
                <a:ea typeface="맑은 고딕"/>
              </a:rPr>
              <a:t>프로젝트 결과 보고, 한계점, 핵심 결론, 프로젝트의 향후 방향</a:t>
            </a:r>
            <a:endParaRPr lang="en-US" sz="1150">
              <a:solidFill>
                <a:srgbClr val="6B6258"/>
              </a:solidFill>
              <a:latin typeface="Pretendar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7A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24160" y="1600200"/>
            <a:ext cx="384048" cy="2651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400" b="1">
                <a:solidFill>
                  <a:srgbClr val="FFFFFF"/>
                </a:solidFill>
                <a:latin typeface="Pretendard"/>
                <a:ea typeface="맑은 고딕"/>
              </a:rPr>
              <a:t>배경 및 주제 기획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54807" y="329184"/>
            <a:ext cx="9012153" cy="6766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배경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—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한국의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전통적인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윷놀이를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할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수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있을까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?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endParaRPr lang="en-US" altLang="ko-KR" sz="2500" b="1">
              <a:latin typeface="Pretendard"/>
              <a:ea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52120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64008" cy="283464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9536" y="160934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600" b="1">
                <a:solidFill>
                  <a:srgbClr val="262626"/>
                </a:solidFill>
                <a:latin typeface="맑은 고딕"/>
                <a:ea typeface="맑은 고딕"/>
                <a:cs typeface="Calibri"/>
              </a:rPr>
              <a:t>공통 규칙 기반 평가 환경 구축 </a:t>
            </a:r>
            <a:endParaRPr lang="ko-KR" sz="1600"/>
          </a:p>
        </p:txBody>
      </p:sp>
      <p:sp>
        <p:nvSpPr>
          <p:cNvPr id="9" name="Text 7"/>
          <p:cNvSpPr/>
          <p:nvPr/>
        </p:nvSpPr>
        <p:spPr>
          <a:xfrm>
            <a:off x="859536" y="1993392"/>
            <a:ext cx="4773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동일한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윷놀이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규칙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적용</a:t>
            </a:r>
            <a:endParaRPr lang="en-US" sz="1300">
              <a:solidFill>
                <a:srgbClr val="262626"/>
              </a:solidFill>
              <a:latin typeface="Malgun Gothic"/>
              <a:ea typeface="Malgun Gothic"/>
              <a:cs typeface="+mn-lt"/>
            </a:endParaRP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동일한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Action Space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정의</a:t>
            </a:r>
          </a:p>
          <a:p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동일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Seed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및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300" err="1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선공</a:t>
            </a:r>
            <a:r>
              <a:rPr lang="en-US" sz="1300" err="1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altLang="en-US" sz="1300" err="1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후공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300" err="1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조건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적용</a:t>
            </a:r>
            <a:endParaRPr lang="en-US" altLang="ko-KR" sz="1300">
              <a:solidFill>
                <a:srgbClr val="262626"/>
              </a:solidFill>
              <a:latin typeface="Malgun Gothic"/>
              <a:ea typeface="Malgun Gothic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5,000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판</a:t>
            </a:r>
            <a:r>
              <a:rPr 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 Paired Evaluation </a:t>
            </a:r>
            <a:r>
              <a:rPr lang="ko-KR" altLang="en-US" sz="1300">
                <a:solidFill>
                  <a:srgbClr val="262626"/>
                </a:solidFill>
                <a:latin typeface="Malgun Gothic"/>
                <a:ea typeface="Malgun Gothic"/>
                <a:cs typeface="+mn-lt"/>
              </a:rPr>
              <a:t>수행</a:t>
            </a:r>
            <a:endParaRPr lang="en-US" sz="1300">
              <a:solidFill>
                <a:srgbClr val="262626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309360" y="1463040"/>
            <a:ext cx="52120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309360" y="1463040"/>
            <a:ext cx="64008" cy="28346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528816" y="160934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자유롭게 설계한 것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528816" y="1993392"/>
            <a:ext cx="477316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observation과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reward</a:t>
            </a:r>
            <a:endParaRPr lang="en-US" sz="1300">
              <a:ea typeface="Pretendard"/>
              <a:cs typeface="Calibri" panose="020F0502020204030204"/>
            </a:endParaRPr>
          </a:p>
          <a:p>
            <a:pPr marL="285750" indent="-285750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알고리즘과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network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구조</a:t>
            </a:r>
            <a:endParaRPr lang="en-US" sz="1300" err="1">
              <a:ea typeface="Pretendard"/>
              <a:cs typeface="Calibri" panose="020F0502020204030204"/>
            </a:endParaRPr>
          </a:p>
          <a:p>
            <a:pPr marL="285750" indent="-285750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imitation · self-play · curriculum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사용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여부</a:t>
            </a:r>
            <a:endParaRPr lang="en-US" sz="1300" err="1">
              <a:ea typeface="Pretendard"/>
              <a:cs typeface="Calibri" panose="020F0502020204030204"/>
            </a:endParaRPr>
          </a:p>
          <a:p>
            <a:pPr marL="285750" indent="-285750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heuristic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결합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여부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, </a:t>
            </a:r>
            <a:r>
              <a:rPr lang="en-US" sz="1300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학습량과</a:t>
            </a:r>
            <a:r>
              <a:rPr lang="en-US" sz="1300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hyperparameter</a:t>
            </a:r>
            <a:endParaRPr lang="en-US" sz="1300">
              <a:ea typeface="Pretendard"/>
              <a:cs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64008" cy="13258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ko-KR" altLang="en-US" sz="16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핵심</a:t>
            </a:r>
            <a:r>
              <a:rPr lang="en-US" sz="16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주제</a:t>
            </a:r>
            <a:r>
              <a:rPr lang="en-US" sz="16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   </a:t>
            </a:r>
            <a:r>
              <a:rPr lang="en-US" sz="1600" b="1" err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서로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다른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설계로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강화학습을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학습하여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각각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윷놀이와의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대결에서</a:t>
            </a:r>
            <a:r>
              <a:rPr lang="en-US" altLang="ko-KR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승률을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높일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수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있는지?</a:t>
            </a:r>
            <a:r>
              <a:rPr lang="en-US" sz="16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endParaRPr lang="en-US" sz="1600">
              <a:solidFill>
                <a:srgbClr val="262626"/>
              </a:solidFill>
              <a:latin typeface="Pretendard"/>
              <a:ea typeface="Pretendar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D6678E-E17B-21E8-DEF0-0EE808855EC9}"/>
              </a:ext>
            </a:extLst>
          </p:cNvPr>
          <p:cNvSpPr txBox="1"/>
          <p:nvPr/>
        </p:nvSpPr>
        <p:spPr>
          <a:xfrm>
            <a:off x="784412" y="894433"/>
            <a:ext cx="10295486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6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동일한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윷놀이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환경에서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서로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다른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강화학습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설계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방식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비교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/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객관적인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성능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검증을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위한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평가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프로토콜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/>
                <a:cs typeface="Pretendard" panose="02000503000000020004" pitchFamily="2" charset="-127"/>
              </a:rPr>
              <a:t>설계</a:t>
            </a:r>
            <a:endParaRPr lang="ko-KR" sz="1200">
              <a:latin typeface="Pretendard"/>
              <a:ea typeface="Pretendard"/>
              <a:cs typeface="Pretendard" panose="02000503000000020004" pitchFamily="2" charset="-127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CA66B02-D15D-A45E-4EC9-3377D1A283FA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공통 평가 환경</a:t>
            </a:r>
            <a:endParaRPr lang="en-US" sz="2500" b="1">
              <a:solidFill>
                <a:srgbClr val="262626"/>
              </a:solidFill>
              <a:latin typeface="Pretendard"/>
              <a:ea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두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최종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모델이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모두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실행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가능한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표준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윷놀이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환경</a:t>
            </a:r>
            <a:endParaRPr lang="ko-KR" altLang="en-US" sz="1250">
              <a:solidFill>
                <a:srgbClr val="6B6258"/>
              </a:solidFill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3949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64008" cy="310896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0078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공통</a:t>
            </a:r>
            <a:r>
              <a:rPr lang="en-US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게임</a:t>
            </a:r>
            <a:r>
              <a:rPr lang="en-US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규칙</a:t>
            </a:r>
            <a:endParaRPr lang="en-US" sz="1450" b="1" err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536" y="2084832"/>
            <a:ext cx="49560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플레이어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2명,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플레이어당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말 4개</a:t>
            </a:r>
            <a:endParaRPr lang="en-US" sz="1400">
              <a:latin typeface="Pretendard"/>
              <a:ea typeface="Calibri"/>
              <a:cs typeface="Calibri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잡기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보너스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던지기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1회),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업기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자동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지름길</a:t>
            </a:r>
            <a:endParaRPr lang="en-US" sz="1400" err="1">
              <a:latin typeface="Pretendard"/>
              <a:ea typeface="Calibri"/>
              <a:cs typeface="Calibri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윷·모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추가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던지기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HOME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통과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완주</a:t>
            </a:r>
            <a:endParaRPr lang="en-US" sz="1400" err="1">
              <a:latin typeface="Pretendard"/>
              <a:ea typeface="Calibri"/>
              <a:cs typeface="Calibri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action 20개 = 말 4 × 윷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결과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5</a:t>
            </a:r>
            <a:endParaRPr lang="en-US" sz="1400">
              <a:latin typeface="Pretendard"/>
              <a:ea typeface="Calibri"/>
              <a:cs typeface="Calibri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뒷도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제외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endParaRPr lang="en-US" sz="1400" err="1">
              <a:solidFill>
                <a:srgbClr val="000000"/>
              </a:solidFill>
              <a:latin typeface="Pretendard"/>
              <a:ea typeface="Pretendard"/>
              <a:cs typeface="Pretendard" pitchFamily="34" charset="-120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모든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말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완주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시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종료</a:t>
            </a:r>
            <a:endParaRPr lang="en-US" sz="1400">
              <a:latin typeface="Pretendard"/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539496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4937760"/>
            <a:ext cx="64008" cy="114300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493776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ko-KR" altLang="en-US" sz="14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공통 평가 환경의 목적 -  </a:t>
            </a:r>
            <a:endParaRPr lang="en-US" altLang="ko-KR" sz="1400">
              <a:solidFill>
                <a:srgbClr val="262626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Pretendard" pitchFamily="34" charset="-120"/>
            </a:endParaRPr>
          </a:p>
          <a:p>
            <a:pPr>
              <a:lnSpc>
                <a:spcPct val="114999"/>
              </a:lnSpc>
            </a:pP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알고리즘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성능만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비교하기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위해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환경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차이를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제거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endParaRPr lang="en-US" altLang="ko-KR" sz="1400">
              <a:solidFill>
                <a:srgbClr val="262626"/>
              </a:solidFill>
              <a:latin typeface="Pretendard"/>
              <a:ea typeface="맑은 고딕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512064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charts/yut_pro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254567"/>
            <a:ext cx="4663440" cy="2623185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629400" y="569671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공통 윷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결과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확률</a:t>
            </a:r>
            <a:endParaRPr lang="en-US" sz="1000" err="1">
              <a:solidFill>
                <a:srgbClr val="6B6258"/>
              </a:solidFill>
              <a:latin typeface="Pretendard"/>
              <a:ea typeface="Pretendard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EDCD6750-10A6-3C14-1F7F-DB721C7D9339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— Simulation Episode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별도의 외부 데이터셋 없이, 환경에서 직접 생성한 게임 기록으로 학습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212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" cy="292608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</a:t>
            </a: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방식</a:t>
            </a: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</a:t>
            </a: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859536" y="2130552"/>
            <a:ext cx="47731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self-play / opponent-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play로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게임을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시뮬레이션하며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episode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생성</a:t>
            </a:r>
            <a:endParaRPr lang="en-US" sz="1300" err="1">
              <a:latin typeface="Pretendard"/>
              <a:ea typeface="Pretendard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episode =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윷놀이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한 판,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한쪽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말 4개가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모두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완주하면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종료</a:t>
            </a:r>
            <a:endParaRPr lang="en-US" sz="1300" err="1">
              <a:latin typeface="Pretendard"/>
              <a:ea typeface="Pretendard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state → action → reward → next state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전이를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그대로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학습에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사용</a:t>
            </a:r>
            <a:endParaRPr lang="en-US" sz="1300" err="1">
              <a:latin typeface="Pretendard"/>
              <a:ea typeface="Pretendard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별도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preprocessing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없음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—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환경이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observation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인코딩까지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담당</a:t>
            </a:r>
            <a:endParaRPr lang="en-US" sz="1300" err="1">
              <a:latin typeface="Pretendard"/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52120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309360" y="1600200"/>
            <a:ext cx="64008" cy="2926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28816" y="174650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프로젝트별</a:t>
            </a: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50" b="1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</a:t>
            </a:r>
            <a:endParaRPr lang="en-US" sz="1450" err="1"/>
          </a:p>
        </p:txBody>
      </p:sp>
      <p:sp>
        <p:nvSpPr>
          <p:cNvPr id="14" name="Text 12"/>
          <p:cNvSpPr/>
          <p:nvPr/>
        </p:nvSpPr>
        <p:spPr>
          <a:xfrm>
            <a:off x="6528816" y="2130552"/>
            <a:ext cx="477316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RL-project: </a:t>
            </a:r>
            <a:br>
              <a:rPr lang="en-US" sz="1300">
                <a:latin typeface="Pretendard"/>
                <a:ea typeface="Pretendard"/>
                <a:cs typeface="Pretendard" pitchFamily="34" charset="-120"/>
              </a:rPr>
            </a:b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50M timesteps ≈ Seed</a:t>
            </a:r>
            <a:r>
              <a:rPr lang="ko-KR" altLang="en-US" sz="1300">
                <a:solidFill>
                  <a:srgbClr val="262626"/>
                </a:solidFill>
                <a:latin typeface="Pretendard"/>
                <a:ea typeface="맑은 고딕"/>
                <a:cs typeface="Pretendard" pitchFamily="34" charset="-120"/>
              </a:rPr>
              <a:t>당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약 152~154만 episode (3 seeds)</a:t>
            </a:r>
            <a:endParaRPr lang="en-US" sz="1300">
              <a:latin typeface="Pretendard"/>
              <a:ea typeface="Pretendard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project-RF: </a:t>
            </a:r>
            <a:br>
              <a:rPr lang="en-US" sz="1300">
                <a:latin typeface="Pretendard"/>
                <a:ea typeface="Pretendard"/>
                <a:cs typeface="Pretendard" pitchFamily="34" charset="-120"/>
              </a:rPr>
            </a:b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Teacher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시연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8,000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샘플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(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전술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상태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oversampling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적용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) </a:t>
            </a:r>
            <a:br>
              <a:rPr lang="en-US" sz="1300">
                <a:latin typeface="Pretendard"/>
                <a:ea typeface="Pretendard"/>
                <a:cs typeface="Pretendard" pitchFamily="34" charset="-120"/>
              </a:rPr>
            </a:b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+ mixed-opponent fine-tuning episode</a:t>
            </a:r>
            <a:endParaRPr lang="en-US" sz="1300">
              <a:latin typeface="Pretendard"/>
              <a:ea typeface="Pretendard"/>
              <a:cs typeface="Calibri"/>
            </a:endParaRPr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데이터의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단위와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양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자체가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두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설계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철학의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차이를</a:t>
            </a:r>
            <a:r>
              <a:rPr lang="en-US" sz="13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3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반영</a:t>
            </a:r>
            <a:endParaRPr lang="en-US" sz="1300">
              <a:latin typeface="Pretendard"/>
              <a:ea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0080" y="4800600"/>
            <a:ext cx="108813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4800600"/>
            <a:ext cx="64008" cy="118872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960120" y="48006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B02A2A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주의</a:t>
            </a:r>
            <a:r>
              <a:rPr lang="en-US" sz="1400" b="1">
                <a:solidFill>
                  <a:srgbClr val="B02A2A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 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학습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episode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통계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학습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중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승률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등)는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변화하는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정책의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평균이므로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최종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deterministic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평가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수치와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비교하지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않는다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.</a:t>
            </a:r>
            <a:endParaRPr lang="en-US" sz="1400">
              <a:latin typeface="Pretendard"/>
              <a:ea typeface="Calibri"/>
              <a:cs typeface="Calibri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894A6A0-33BD-F0E2-229E-9D2BE8F74439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Action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윷은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운,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선택은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전략</a:t>
            </a:r>
            <a:endParaRPr lang="en-US" sz="2500" err="1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윷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던지기는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agent의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action이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아님</a:t>
            </a:r>
            <a:endParaRPr lang="ko-KR" altLang="en-US" sz="1250">
              <a:solidFill>
                <a:srgbClr val="6B6258"/>
              </a:solidFill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1005840" y="173736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005840" y="1737360"/>
            <a:ext cx="64008" cy="15544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097280" y="19385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109728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움직일 말 선택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388620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×</a:t>
            </a:r>
            <a:endParaRPr lang="en-US" sz="3000"/>
          </a:p>
        </p:txBody>
      </p:sp>
      <p:sp>
        <p:nvSpPr>
          <p:cNvPr id="12" name="Shape 10"/>
          <p:cNvSpPr/>
          <p:nvPr/>
        </p:nvSpPr>
        <p:spPr>
          <a:xfrm>
            <a:off x="4754880" y="173736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1737360"/>
            <a:ext cx="64008" cy="15544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846320" y="19385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3000"/>
          </a:p>
        </p:txBody>
      </p:sp>
      <p:sp>
        <p:nvSpPr>
          <p:cNvPr id="15" name="Text 13"/>
          <p:cNvSpPr/>
          <p:nvPr/>
        </p:nvSpPr>
        <p:spPr>
          <a:xfrm>
            <a:off x="484632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사용할 윷 결과 선택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63524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</a:t>
            </a:r>
            <a:endParaRPr lang="en-US" sz="3000"/>
          </a:p>
        </p:txBody>
      </p:sp>
      <p:sp>
        <p:nvSpPr>
          <p:cNvPr id="17" name="Shape 15"/>
          <p:cNvSpPr/>
          <p:nvPr/>
        </p:nvSpPr>
        <p:spPr>
          <a:xfrm>
            <a:off x="8503920" y="1737360"/>
            <a:ext cx="26517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8503920" y="1737360"/>
            <a:ext cx="64008" cy="155448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595360" y="19385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000"/>
          </a:p>
        </p:txBody>
      </p:sp>
      <p:sp>
        <p:nvSpPr>
          <p:cNvPr id="20" name="Text 18"/>
          <p:cNvSpPr/>
          <p:nvPr/>
        </p:nvSpPr>
        <p:spPr>
          <a:xfrm>
            <a:off x="8595360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공간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640080" y="3749040"/>
            <a:ext cx="108813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64008" cy="21031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59536" y="3895344"/>
            <a:ext cx="10442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방식과 두 프로젝트의 차이</a:t>
            </a:r>
            <a:endParaRPr lang="en-US" sz="1450"/>
          </a:p>
        </p:txBody>
      </p:sp>
      <p:sp>
        <p:nvSpPr>
          <p:cNvPr id="24" name="Text 22"/>
          <p:cNvSpPr/>
          <p:nvPr/>
        </p:nvSpPr>
        <p:spPr>
          <a:xfrm>
            <a:off x="859536" y="4279392"/>
            <a:ext cx="104424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던진 윷 결과(윷·모 보너스 포함)는 pool에 쌓이고, agent는 결과 하나를 골라 말 하나에 적용</a:t>
            </a:r>
            <a:endParaRPr lang="en-US" sz="125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불가능한 조합은 양쪽 모두 action mask로 차단 — 모든 평가에서 illegal action 0건</a:t>
            </a:r>
            <a:endParaRPr lang="en-US" sz="125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encoding은 서로 다름: project-RF는 (윷결과 × 4 + 말), RL-project는 (말 × 5 + 윷결과)</a:t>
            </a:r>
            <a:endParaRPr lang="en-US" sz="125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비교 시 state·action 변환 adapter로 연결 (A3·A4는 거리 보존 투영)</a:t>
            </a:r>
            <a:endParaRPr lang="en-US" sz="125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D2EF77F-3657-EB62-2B00-2560CAF8BF64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방법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— 세 </a:t>
            </a:r>
            <a:r>
              <a:rPr lang="ko-KR" alt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가지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방식</a:t>
            </a:r>
            <a:endParaRPr lang="en-US" sz="2500" err="1">
              <a:solidFill>
                <a:srgbClr val="000000"/>
              </a:solidFill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88136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" cy="169164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10442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Paired Evaluation (모든 평가 공통)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853764" y="2292188"/>
            <a:ext cx="10453992" cy="889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seed마다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윷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→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seed에서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선공·후공을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번씩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교환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(2,500 seed × 2 = 5,000판)</a:t>
            </a:r>
            <a:endParaRPr lang="en-US" sz="125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deterministic policy ·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윷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결과와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RNG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금지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illegal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action과</a:t>
            </a: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error </a:t>
            </a:r>
            <a:r>
              <a:rPr lang="en-US" sz="12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</a:t>
            </a:r>
            <a:endParaRPr lang="en-US" sz="1250" err="1"/>
          </a:p>
        </p:txBody>
      </p:sp>
      <p:sp>
        <p:nvSpPr>
          <p:cNvPr id="11" name="Shape 9"/>
          <p:cNvSpPr/>
          <p:nvPr/>
        </p:nvSpPr>
        <p:spPr>
          <a:xfrm>
            <a:off x="640080" y="3566160"/>
            <a:ext cx="33832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64008" cy="1783080"/>
          </a:xfrm>
          <a:prstGeom prst="rect">
            <a:avLst/>
          </a:prstGeom>
          <a:solidFill>
            <a:srgbClr val="2E7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41248" y="371246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E7D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Rule-based 상대 평가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841248" y="4133088"/>
            <a:ext cx="2980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Rule-based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Agent를</a:t>
            </a:r>
            <a:endParaRPr lang="en-US" sz="1150" err="1"/>
          </a:p>
          <a:p>
            <a:pPr marL="0" indent="0">
              <a:lnSpc>
                <a:spcPct val="125000"/>
              </a:lnSpc>
              <a:buNone/>
            </a:pP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이기는가</a:t>
            </a:r>
            <a:endParaRPr lang="en-US" sz="1150" err="1"/>
          </a:p>
        </p:txBody>
      </p:sp>
      <p:sp>
        <p:nvSpPr>
          <p:cNvPr id="15" name="Shape 13"/>
          <p:cNvSpPr/>
          <p:nvPr/>
        </p:nvSpPr>
        <p:spPr>
          <a:xfrm>
            <a:off x="4389120" y="3566160"/>
            <a:ext cx="33832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389120" y="3566160"/>
            <a:ext cx="64008" cy="178308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590288" y="371246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Agent 직접 대전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4590288" y="4133088"/>
            <a:ext cx="2980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agent가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윷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시퀀스에서</a:t>
            </a:r>
            <a:endParaRPr lang="en-US" sz="1150" err="1"/>
          </a:p>
          <a:p>
            <a:pPr marL="0" indent="0">
              <a:lnSpc>
                <a:spcPct val="125000"/>
              </a:lnSpc>
              <a:buNone/>
            </a:pP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맞붙으면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누가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이기는가</a:t>
            </a:r>
            <a:endParaRPr lang="en-US" sz="1150" err="1"/>
          </a:p>
        </p:txBody>
      </p:sp>
      <p:sp>
        <p:nvSpPr>
          <p:cNvPr id="19" name="Shape 17"/>
          <p:cNvSpPr/>
          <p:nvPr/>
        </p:nvSpPr>
        <p:spPr>
          <a:xfrm>
            <a:off x="8138160" y="3566160"/>
            <a:ext cx="33832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138160" y="3566160"/>
            <a:ext cx="64008" cy="1783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339328" y="3712464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Ablation — Prior 제거</a:t>
            </a:r>
            <a:endParaRPr lang="en-US" sz="1600"/>
          </a:p>
        </p:txBody>
      </p:sp>
      <p:sp>
        <p:nvSpPr>
          <p:cNvPr id="22" name="Text 20"/>
          <p:cNvSpPr/>
          <p:nvPr/>
        </p:nvSpPr>
        <p:spPr>
          <a:xfrm>
            <a:off x="8339328" y="4133088"/>
            <a:ext cx="29809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project-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RF의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tactical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prior를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제거하면</a:t>
            </a:r>
            <a:endParaRPr lang="en-US" sz="1150" err="1"/>
          </a:p>
          <a:p>
            <a:pPr marL="0" indent="0">
              <a:lnSpc>
                <a:spcPct val="125000"/>
              </a:lnSpc>
              <a:buNone/>
            </a:pP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결과가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바뀌는가</a:t>
            </a:r>
            <a:endParaRPr lang="en-US" sz="1150" err="1"/>
          </a:p>
        </p:txBody>
      </p:sp>
      <p:sp>
        <p:nvSpPr>
          <p:cNvPr id="23" name="Text 21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내부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tournament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결과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(각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프로젝트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안에서의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비교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)는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상대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구성과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환경이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달라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프로젝트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간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우열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판단에는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사용하지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않는다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.</a:t>
            </a:r>
            <a:endParaRPr lang="en-US" sz="1100">
              <a:latin typeface="Pretendard"/>
              <a:ea typeface="Pretendard"/>
              <a:cs typeface="Calibri" panose="020F0502020204030204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D5549020-ABED-CCA9-C164-8C3029FEDA38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공통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Baseline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— Rule-based Agent</a:t>
            </a:r>
            <a:endParaRPr lang="en-US" sz="2500"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21208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64008" cy="20116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0078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 결정 방식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859536" y="2084832"/>
            <a:ext cx="47731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 턴 모든 legal action의 점수를 계산해 최고점 선택</a:t>
            </a:r>
            <a:endParaRPr lang="en-US" sz="125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동점이면 가장 작은 action ID 선택 (tie-break 고정)</a:t>
            </a:r>
            <a:endParaRPr lang="en-US" sz="125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잡기·완주 같은 단기 전술에 매우 강한 기준선</a:t>
            </a:r>
            <a:endParaRPr lang="en-US" sz="125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2120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64008" cy="237744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9536" y="398678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통과 기준 — 왜 60%인가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859536" y="4370832"/>
            <a:ext cx="477316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윷놀이는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윷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던지기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운이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승패에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크게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개입</a:t>
            </a:r>
            <a:br>
              <a:rPr lang="en-US" sz="1200">
                <a:latin typeface="Pretendard"/>
                <a:ea typeface="Pretendard"/>
                <a:cs typeface="Pretendard" pitchFamily="34" charset="-120"/>
              </a:rPr>
            </a:b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→ 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실력이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같으면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승률은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50%에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수렴</a:t>
            </a:r>
            <a:endParaRPr lang="en-US" sz="1200" err="1">
              <a:latin typeface="Calibri"/>
              <a:ea typeface="Calibri"/>
              <a:cs typeface="Calibri" panose="020F0502020204030204"/>
            </a:endParaRPr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운의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비중과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운영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(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전략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)이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개입할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수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폭을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고려해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의미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있는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전략적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우위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수준을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60%로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설정</a:t>
            </a:r>
            <a:endParaRPr lang="en-US" sz="1200" err="1">
              <a:latin typeface="Pretendard"/>
              <a:ea typeface="Calibri" panose="020F0502020204030204"/>
              <a:cs typeface="Calibri" panose="020F0502020204030204"/>
            </a:endParaRPr>
          </a:p>
          <a:p>
            <a:pPr marL="127000" indent="-1270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5,000판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기준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무작위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변동은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약 ±1.4%p </a:t>
            </a:r>
            <a:br>
              <a:rPr lang="en-US" sz="1200">
                <a:latin typeface="Pretendard" pitchFamily="34" charset="0"/>
                <a:ea typeface="Pretendard"/>
                <a:cs typeface="Pretendard" pitchFamily="34" charset="-120"/>
              </a:rPr>
            </a:br>
            <a:r>
              <a:rPr lang="en-US" sz="1200">
                <a:solidFill>
                  <a:srgbClr val="000000"/>
                </a:solidFill>
                <a:highlight>
                  <a:srgbClr val="FFFFFF"/>
                </a:highlight>
                <a:ea typeface="+mn-lt"/>
                <a:cs typeface="+mn-lt"/>
              </a:rPr>
              <a:t> → 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60%는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우연으로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도달할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수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없는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수준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(3,000승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이상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)</a:t>
            </a:r>
            <a:endParaRPr lang="en-US" sz="1200">
              <a:latin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>
                <a:solidFill>
                  <a:srgbClr val="262626"/>
                </a:solidFill>
                <a:latin typeface="Pretendard"/>
              </a:rPr>
              <a:t>Reward Score</a:t>
            </a: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2242860"/>
              </p:ext>
            </p:extLst>
          </p:nvPr>
        </p:nvGraphicFramePr>
        <p:xfrm>
          <a:off x="6217920" y="1965960"/>
          <a:ext cx="5303519" cy="3072384"/>
        </p:xfrm>
        <a:graphic>
          <a:graphicData uri="http://schemas.openxmlformats.org/drawingml/2006/table">
            <a:tbl>
              <a:tblPr/>
              <a:tblGrid>
                <a:gridCol w="2474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8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행동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err="1">
                          <a:solidFill>
                            <a:srgbClr val="FFFFFF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점수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말 </a:t>
                      </a: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완주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E7D32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+100</a:t>
                      </a:r>
                      <a:endParaRPr lang="en-US" sz="140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상대</a:t>
                      </a: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말 </a:t>
                      </a: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잡기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2E7D32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+50</a:t>
                      </a:r>
                      <a:endParaRPr lang="en-US" sz="140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대기</a:t>
                      </a: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중인</a:t>
                      </a: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말 </a:t>
                      </a: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출발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+5</a:t>
                      </a:r>
                      <a:endParaRPr lang="en-US" sz="140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업힌</a:t>
                      </a: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말 </a:t>
                      </a: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이동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+4 × (stack-1)</a:t>
                      </a:r>
                      <a:endParaRPr lang="en-US" sz="140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완주까지</a:t>
                      </a:r>
                      <a:r>
                        <a:rPr lang="en-US" sz="140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40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거리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>
                          <a:solidFill>
                            <a:srgbClr val="B02A2A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-0.5 × </a:t>
                      </a:r>
                      <a:r>
                        <a:rPr lang="en-US" sz="1400" b="1" err="1">
                          <a:solidFill>
                            <a:srgbClr val="B02A2A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거리</a:t>
                      </a:r>
                      <a:endParaRPr lang="en-US" sz="140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217920" y="52120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</a:pP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점수식은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같지만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동점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처리가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다른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옛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버전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(큰 ID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선택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)도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존재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br>
              <a:rPr lang="en-US" sz="1050">
                <a:latin typeface="Pretendard" pitchFamily="34" charset="0"/>
                <a:ea typeface="Pretendard"/>
                <a:cs typeface="Pretendard" pitchFamily="34" charset="-120"/>
              </a:rPr>
            </a:b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작은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차이가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RL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성능에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큰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영향을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준다는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사실은</a:t>
            </a:r>
            <a:r>
              <a:rPr 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0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깨닫게됨</a:t>
            </a:r>
            <a:endParaRPr lang="en-US" altLang="ko-KR" sz="1050">
              <a:solidFill>
                <a:srgbClr val="6B6258"/>
              </a:solidFill>
              <a:latin typeface="Pretendard"/>
              <a:ea typeface="Pretendard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F0C3AF58-B922-5378-BC86-B7A682A8EE83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7A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24160" y="1600200"/>
            <a:ext cx="384048" cy="2651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400" b="1">
                <a:solidFill>
                  <a:srgbClr val="FFFFFF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강화학습</a:t>
            </a:r>
            <a:r>
              <a:rPr lang="ko-KR" altLang="en-US" sz="34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3400" b="1" err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설계</a:t>
            </a:r>
            <a:r>
              <a:rPr lang="en-US" sz="34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3400" b="1">
                <a:solidFill>
                  <a:srgbClr val="FFFFFF"/>
                </a:solidFill>
                <a:latin typeface="Pretendard"/>
                <a:ea typeface="Pretendard"/>
                <a:cs typeface="Pretendard" pitchFamily="34" charset="-120"/>
              </a:rPr>
              <a:t>비교</a:t>
            </a:r>
            <a:endParaRPr lang="ko-KR" altLang="en-US" sz="3400" b="1">
              <a:solidFill>
                <a:srgbClr val="FFFFFF"/>
              </a:solidFill>
              <a:latin typeface="Pretendard"/>
              <a:ea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8D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>
                <a:solidFill>
                  <a:srgbClr val="262626"/>
                </a:solidFill>
                <a:latin typeface="Pretendard"/>
                <a:ea typeface="맑은 고딕"/>
              </a:rPr>
              <a:t>순수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en-US" altLang="ko-KR" sz="2500" b="1" err="1">
                <a:solidFill>
                  <a:srgbClr val="262626"/>
                </a:solidFill>
                <a:latin typeface="Pretendard"/>
                <a:ea typeface="맑은 고딕"/>
              </a:rPr>
              <a:t>강화학습과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en-US" altLang="ko-KR" sz="2500" b="1" err="1">
                <a:solidFill>
                  <a:srgbClr val="262626"/>
                </a:solidFill>
                <a:latin typeface="Pretendard"/>
                <a:ea typeface="맑은 고딕"/>
              </a:rPr>
              <a:t>전략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en-US" altLang="ko-KR" sz="2500" b="1" err="1">
                <a:solidFill>
                  <a:srgbClr val="262626"/>
                </a:solidFill>
                <a:latin typeface="Pretendard"/>
                <a:ea typeface="맑은 고딕"/>
              </a:rPr>
              <a:t>강화학습을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en-US" altLang="ko-KR" sz="2500" b="1" err="1">
                <a:solidFill>
                  <a:srgbClr val="262626"/>
                </a:solidFill>
                <a:latin typeface="Pretendard"/>
                <a:ea typeface="맑은 고딕"/>
              </a:rPr>
              <a:t>비교</a:t>
            </a:r>
            <a:endParaRPr lang="en-US" altLang="ko-KR" sz="2500" b="1">
              <a:solidFill>
                <a:srgbClr val="262626"/>
              </a:solidFill>
              <a:latin typeface="Pretendard"/>
              <a:ea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잡기·완주·거리·위험이라는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도메인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지식을</a:t>
            </a: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사용한다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project-RF — </a:t>
            </a:r>
            <a:r>
              <a:rPr lang="ko-KR" altLang="en-US" sz="1500" b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전략</a:t>
            </a:r>
            <a:r>
              <a:rPr lang="en-US" altLang="ko-KR" sz="1500" b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1500" b="1" err="1">
                <a:solidFill>
                  <a:srgbClr val="C77B30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endParaRPr lang="en-US" altLang="ko-KR" sz="1500" b="1">
              <a:solidFill>
                <a:srgbClr val="C77B30"/>
              </a:solidFill>
              <a:latin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55080" y="16459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RL-project — </a:t>
            </a:r>
            <a:r>
              <a:rPr lang="ko-KR" altLang="en-US" sz="15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순수</a:t>
            </a:r>
            <a:r>
              <a:rPr lang="en-US" sz="15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500" b="1">
                <a:solidFill>
                  <a:srgbClr val="1F3864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endParaRPr lang="ko-KR" altLang="en-US" sz="1500" b="1">
              <a:solidFill>
                <a:srgbClr val="1F3864"/>
              </a:solidFill>
              <a:latin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214884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64008" cy="713232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전술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지식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</a:t>
            </a:r>
            <a:r>
              <a:rPr lang="en-US" sz="1150" err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잡기·완주·위험·반격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3040380" y="28620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/>
          </a:p>
        </p:txBody>
      </p:sp>
      <p:sp>
        <p:nvSpPr>
          <p:cNvPr id="13" name="Shape 11"/>
          <p:cNvSpPr/>
          <p:nvPr/>
        </p:nvSpPr>
        <p:spPr>
          <a:xfrm>
            <a:off x="1097280" y="315468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97280" y="3154680"/>
            <a:ext cx="64008" cy="713232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1280160" y="31546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학습: StrategicValue teacher 모방 (KL distillation)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3040380" y="3867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/>
          </a:p>
        </p:txBody>
      </p:sp>
      <p:sp>
        <p:nvSpPr>
          <p:cNvPr id="17" name="Shape 15"/>
          <p:cNvSpPr/>
          <p:nvPr/>
        </p:nvSpPr>
        <p:spPr>
          <a:xfrm>
            <a:off x="1097280" y="416052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97280" y="4160520"/>
            <a:ext cx="64008" cy="713232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추론: PPO logits + 2.5 × tactical 점수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3040380" y="48737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1097280" y="516636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97280" y="5166360"/>
            <a:ext cx="64008" cy="713232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1280160" y="51663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행동 = network + rule의 합작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6812280" y="214884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812280" y="214884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995160" y="21488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전술 지식 (잡기·완주·위험·rf_score)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8755380" y="28620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6812280" y="315468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812280" y="315468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995160" y="315468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입력: action별 tactical feature로 관측에 제공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8755380" y="38679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6812280" y="416052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6812280" y="416052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995160" y="416052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학습: terminal 승패 보상만으로 40M 학습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8755380" y="487375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6812280" y="5166360"/>
            <a:ext cx="42519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812280" y="5166360"/>
            <a:ext cx="64008" cy="71323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995160" y="516636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행동 = PPO network 단독 선택</a:t>
            </a:r>
            <a:endParaRPr lang="en-US" sz="1150"/>
          </a:p>
        </p:txBody>
      </p:sp>
      <p:sp>
        <p:nvSpPr>
          <p:cNvPr id="39" name="Text 37"/>
          <p:cNvSpPr/>
          <p:nvPr/>
        </p:nvSpPr>
        <p:spPr>
          <a:xfrm>
            <a:off x="821841" y="600595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분류</a:t>
            </a:r>
            <a:r>
              <a:rPr lang="en-US" sz="11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:  project-RF = RL + Imitation + Rule Prior Hybrid                                                                RL-project = Pure PPO action selection + State Engineering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2AFCAA95-0015-0460-1540-3B5965D89975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A0B8BD-4F42-67F8-67EA-523429EA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5E9962-AB9A-3EF0-FEC8-29037E1F3D3F}"/>
              </a:ext>
            </a:extLst>
          </p:cNvPr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1C0D922-9368-A38A-31FD-F4CDC7FDC07B}"/>
              </a:ext>
            </a:extLst>
          </p:cNvPr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1# project-RF —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초기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설계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방향</a:t>
            </a:r>
            <a:endParaRPr lang="ko-KR" altLang="en-US" sz="25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AE10EFB-3562-F334-CA43-F1AF62476FFB}"/>
              </a:ext>
            </a:extLst>
          </p:cNvPr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이기쁨 — 252차원 engineered state + 강한 dense shaping</a:t>
            </a:r>
            <a:endParaRPr lang="en-US" sz="12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53822BC-6430-34DA-8B81-E6E6BF3E2E1D}"/>
              </a:ext>
            </a:extLst>
          </p:cNvPr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AE3F2FA-BCA2-C996-28B8-7FDF759AB443}"/>
              </a:ext>
            </a:extLst>
          </p:cNvPr>
          <p:cNvSpPr/>
          <p:nvPr/>
        </p:nvSpPr>
        <p:spPr>
          <a:xfrm>
            <a:off x="647071" y="1572238"/>
            <a:ext cx="5436904" cy="401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EB0AE4E-EC49-54AD-123D-5C1547B265A1}"/>
              </a:ext>
            </a:extLst>
          </p:cNvPr>
          <p:cNvSpPr/>
          <p:nvPr/>
        </p:nvSpPr>
        <p:spPr>
          <a:xfrm>
            <a:off x="661051" y="1586220"/>
            <a:ext cx="71000" cy="3995954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15539F2-D8B8-2596-32EC-0EFB442F4AA3}"/>
              </a:ext>
            </a:extLst>
          </p:cNvPr>
          <p:cNvSpPr/>
          <p:nvPr/>
        </p:nvSpPr>
        <p:spPr>
          <a:xfrm>
            <a:off x="859536" y="174650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50" b="1">
                <a:solidFill>
                  <a:srgbClr val="262626"/>
                </a:solidFill>
                <a:latin typeface="Pretendard"/>
              </a:rPr>
              <a:t>Dueling </a:t>
            </a:r>
            <a:r>
              <a:rPr lang="en-US" sz="1600" b="1">
                <a:solidFill>
                  <a:srgbClr val="262626"/>
                </a:solidFill>
                <a:latin typeface="Pretendard"/>
              </a:rPr>
              <a:t>DQN</a:t>
            </a:r>
            <a:endParaRPr lang="en-US"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1585BF-33C1-987B-F4A9-397EA2DB28C8}"/>
              </a:ext>
            </a:extLst>
          </p:cNvPr>
          <p:cNvSpPr/>
          <p:nvPr/>
        </p:nvSpPr>
        <p:spPr>
          <a:xfrm>
            <a:off x="901480" y="2088608"/>
            <a:ext cx="4914104" cy="270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Font typeface="Calibri"/>
              <a:buChar char="-"/>
            </a:pPr>
            <a:r>
              <a:rPr lang="en-US" sz="1400">
                <a:solidFill>
                  <a:srgbClr val="262626"/>
                </a:solidFill>
                <a:latin typeface="Pretendard"/>
              </a:rPr>
              <a:t>Value Based RL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대표</a:t>
            </a:r>
            <a:r>
              <a:rPr lang="en-US" sz="1400">
                <a:solidFill>
                  <a:srgbClr val="262626"/>
                </a:solidFill>
                <a:latin typeface="Pretendard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알고리즘</a:t>
            </a:r>
            <a:endParaRPr lang="en-US" sz="1400">
              <a:solidFill>
                <a:srgbClr val="262626"/>
              </a:solidFill>
              <a:latin typeface="Pretendard"/>
              <a:ea typeface="맑은 고딕"/>
            </a:endParaRPr>
          </a:p>
          <a:p>
            <a:pPr marL="127000" indent="-127000">
              <a:spcAft>
                <a:spcPts val="900"/>
              </a:spcAft>
              <a:buSzPct val="100000"/>
              <a:buFont typeface="Calibri"/>
              <a:buChar char="-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Q-value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학습으로 가치 함수 기반 학습이 가능한지 검증</a:t>
            </a:r>
          </a:p>
          <a:p>
            <a:pPr marL="127000" indent="-127000">
              <a:spcAft>
                <a:spcPts val="900"/>
              </a:spcAft>
              <a:buSzPct val="100000"/>
              <a:buFont typeface="Calibri"/>
              <a:buChar char="-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일반 DQN 보다 상태 가치와 행동 가치를 분리하는 Dueling DQN이</a:t>
            </a:r>
            <a:br>
              <a:rPr lang="ko-KR" altLang="en-US" sz="1400">
                <a:latin typeface="Pretendard"/>
                <a:ea typeface="맑은 고딕"/>
              </a:rPr>
            </a:b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더 안정적으로 학습 할것이라 생각하여 선정</a:t>
            </a:r>
          </a:p>
          <a:p>
            <a:pPr marL="127000" indent="-127000">
              <a:spcAft>
                <a:spcPts val="900"/>
              </a:spcAft>
              <a:buSzPct val="100000"/>
              <a:buFont typeface="Calibri"/>
              <a:buChar char="-"/>
            </a:pPr>
            <a:endParaRPr lang="ko-KR" altLang="en-US" sz="1400">
              <a:solidFill>
                <a:srgbClr val="262626"/>
              </a:solidFill>
              <a:latin typeface="Pretendard"/>
              <a:ea typeface="맑은 고딕"/>
            </a:endParaRPr>
          </a:p>
          <a:p>
            <a:pPr marL="127000" indent="-127000">
              <a:spcAft>
                <a:spcPts val="900"/>
              </a:spcAft>
              <a:buSzPct val="100000"/>
              <a:buFont typeface="Calibri"/>
              <a:buChar char="-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초기 가설 </a:t>
            </a:r>
            <a:br>
              <a:rPr lang="ko-KR" altLang="en-US" sz="1400">
                <a:latin typeface="Pretendard"/>
                <a:ea typeface="맑은 고딕"/>
              </a:rPr>
            </a:b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같은 상태에서 좋은 행동과 나쁜 행동의 차이가 크니 학습이 가능할 것 </a:t>
            </a:r>
          </a:p>
          <a:p>
            <a:pPr marL="127000" indent="-127000">
              <a:spcAft>
                <a:spcPts val="900"/>
              </a:spcAft>
              <a:buSzPct val="100000"/>
              <a:buFont typeface="Calibri"/>
              <a:buChar char="-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결과 : 장시간 GPU 학습에도 승률 약 20% </a:t>
            </a:r>
          </a:p>
          <a:p>
            <a:pPr>
              <a:spcAft>
                <a:spcPts val="900"/>
              </a:spcAft>
              <a:buSzPct val="100000"/>
            </a:pPr>
            <a:endParaRPr lang="ko-KR" altLang="en-US" sz="1250">
              <a:solidFill>
                <a:srgbClr val="262626"/>
              </a:solidFill>
              <a:latin typeface="Pretendard"/>
              <a:ea typeface="맑은 고딕" panose="020B0503020000020004" pitchFamily="34" charset="-127"/>
              <a:cs typeface="Calibri" panose="020F0502020204030204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A5D65D1-3F3B-656A-C330-4C6C5967DB55}"/>
              </a:ext>
            </a:extLst>
          </p:cNvPr>
          <p:cNvSpPr/>
          <p:nvPr/>
        </p:nvSpPr>
        <p:spPr>
          <a:xfrm>
            <a:off x="6400800" y="156846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450" b="1">
                <a:solidFill>
                  <a:srgbClr val="262626"/>
                </a:solidFill>
                <a:latin typeface="Pretendard"/>
                <a:ea typeface="맑은 고딕"/>
              </a:rPr>
              <a:t>실험 결과 - Win rate 20% </a:t>
            </a:r>
            <a:endParaRPr lang="ko-KR"/>
          </a:p>
        </p:txBody>
      </p:sp>
      <p:graphicFrame>
        <p:nvGraphicFramePr>
          <p:cNvPr id="14" name="Table 0">
            <a:extLst>
              <a:ext uri="{FF2B5EF4-FFF2-40B4-BE49-F238E27FC236}">
                <a16:creationId xmlns:a16="http://schemas.microsoft.com/office/drawing/2014/main" id="{A7D04A87-4093-D15B-7F07-7997C5D61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4307195"/>
              </p:ext>
            </p:extLst>
          </p:nvPr>
        </p:nvGraphicFramePr>
        <p:xfrm>
          <a:off x="6400800" y="1965960"/>
          <a:ext cx="5120638" cy="2377440"/>
        </p:xfrm>
        <a:graphic>
          <a:graphicData uri="http://schemas.openxmlformats.org/drawingml/2006/table">
            <a:tbl>
              <a:tblPr/>
              <a:tblGrid>
                <a:gridCol w="1915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5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altLang="en-US" sz="120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원인</a:t>
                      </a:r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ko-KR" sz="120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reason</a:t>
                      </a:r>
                    </a:p>
                  </a:txBody>
                  <a:tcPr marL="64008" marR="64008" marT="64008" marB="64008" anchor="ctr">
                    <a:lnL w="9524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altLang="en-US" sz="120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Sparse Reward</a:t>
                      </a:r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승패가 게임 종료 시에만 결정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4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4">
                      <a:solidFill>
                        <a:srgbClr val="E3DCD0"/>
                      </a:solidFill>
                    </a:lnR>
                    <a:lnT w="9524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chemeClr val="tx1"/>
                          </a:solidFill>
                          <a:latin typeface="Pretendard"/>
                        </a:rPr>
                        <a:t>Long Horizon</a:t>
                      </a:r>
                      <a:endParaRPr lang="ko-KR" sz="1200">
                        <a:solidFill>
                          <a:schemeClr val="tx1"/>
                        </a:solidFill>
                      </a:endParaRPr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50</a:t>
                      </a:r>
                      <a:r>
                        <a:rPr lang="ko-KR" altLang="en-US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턴 전 행동이 승패에 영향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</a:rPr>
                        <a:t>Variable Action Space</a:t>
                      </a:r>
                      <a:endParaRPr lang="ko-KR" sz="1200"/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가능한 행동의 수가 계속 </a:t>
                      </a:r>
                      <a:r>
                        <a:rPr 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  <a:ea typeface="Pretendard"/>
                          <a:cs typeface="Pretendard" charset="0"/>
                        </a:rPr>
                        <a:t>변함</a:t>
                      </a:r>
                      <a:endParaRPr lang="en-US" sz="1200" b="0" i="0" u="none" strike="noStrike" noProof="0">
                        <a:solidFill>
                          <a:srgbClr val="000000"/>
                        </a:solidFill>
                        <a:latin typeface="Pretendard"/>
                        <a:ea typeface="Pretendard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  <a:ea typeface="Pretendard" charset="0"/>
                          <a:cs typeface="Pretendard" charset="0"/>
                        </a:rPr>
                        <a:t>Opponent 존재</a:t>
                      </a:r>
                      <a:endParaRPr lang="ko-KR" sz="1200" b="0" i="0" u="none" strike="noStrike" noProof="0">
                        <a:solidFill>
                          <a:srgbClr val="000000"/>
                        </a:solidFill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altLang="ko-KR" sz="1200" b="0" i="0" u="none" strike="noStrike" noProof="0">
                          <a:solidFill>
                            <a:srgbClr val="262626"/>
                          </a:solidFill>
                          <a:latin typeface="Pretendard"/>
                        </a:rPr>
                        <a:t>Non-stationary</a:t>
                      </a:r>
                      <a:endParaRPr lang="ko-KR" altLang="en-US" sz="1200"/>
                    </a:p>
                  </a:txBody>
                  <a:tcPr marL="64008" marR="64008" marT="64008" marB="64008" anchor="ctr">
                    <a:lnL w="9524">
                      <a:solidFill>
                        <a:srgbClr val="E3DCD0"/>
                      </a:solidFill>
                    </a:lnL>
                    <a:lnR w="9524">
                      <a:solidFill>
                        <a:srgbClr val="E3DCD0"/>
                      </a:solidFill>
                    </a:lnR>
                    <a:lnT w="9524">
                      <a:solidFill>
                        <a:srgbClr val="E3DCD0"/>
                      </a:solidFill>
                    </a:lnT>
                    <a:lnB w="9524">
                      <a:solidFill>
                        <a:srgbClr val="E3DC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>
            <a:extLst>
              <a:ext uri="{FF2B5EF4-FFF2-40B4-BE49-F238E27FC236}">
                <a16:creationId xmlns:a16="http://schemas.microsoft.com/office/drawing/2014/main" id="{D2BAE03D-CDBC-F7E4-5DA7-A1D59B053530}"/>
              </a:ext>
            </a:extLst>
          </p:cNvPr>
          <p:cNvSpPr/>
          <p:nvPr/>
        </p:nvSpPr>
        <p:spPr>
          <a:xfrm>
            <a:off x="6379828" y="4647921"/>
            <a:ext cx="5148603" cy="94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ko-KR" altLang="en-US" sz="1200">
                <a:solidFill>
                  <a:srgbClr val="6B6258"/>
                </a:solidFill>
                <a:latin typeface="Pretendard"/>
                <a:ea typeface="맑은 고딕"/>
              </a:rPr>
              <a:t>프로젝트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ko-KR" altLang="en-US" sz="1200">
                <a:solidFill>
                  <a:srgbClr val="6B6258"/>
                </a:solidFill>
                <a:latin typeface="Pretendard"/>
                <a:ea typeface="맑은 고딕"/>
              </a:rPr>
              <a:t>초기에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Dueling DQN</a:t>
            </a:r>
            <a:r>
              <a:rPr lang="ko-KR" altLang="en-US" sz="1200">
                <a:solidFill>
                  <a:srgbClr val="6B6258"/>
                </a:solidFill>
                <a:latin typeface="Pretendard"/>
                <a:ea typeface="맑은 고딕"/>
              </a:rPr>
              <a:t>을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ko-KR" altLang="en-US" sz="1200" err="1">
                <a:solidFill>
                  <a:srgbClr val="6B6258"/>
                </a:solidFill>
                <a:latin typeface="Pretendard"/>
                <a:ea typeface="맑은 고딕"/>
              </a:rPr>
              <a:t>적용하여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ko-KR" altLang="en-US" sz="1200" err="1">
                <a:solidFill>
                  <a:srgbClr val="6B6258"/>
                </a:solidFill>
                <a:latin typeface="Pretendard"/>
                <a:ea typeface="맑은 고딕"/>
              </a:rPr>
              <a:t>윷놀이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en-US" sz="1200" err="1">
                <a:solidFill>
                  <a:srgbClr val="6B6258"/>
                </a:solidFill>
                <a:latin typeface="Pretendard"/>
              </a:rPr>
              <a:t>전략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en-US" sz="1200" err="1">
                <a:solidFill>
                  <a:srgbClr val="6B6258"/>
                </a:solidFill>
                <a:latin typeface="Pretendard"/>
              </a:rPr>
              <a:t>학습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ko-KR" altLang="en-US" sz="1200" err="1">
                <a:solidFill>
                  <a:srgbClr val="6B6258"/>
                </a:solidFill>
                <a:latin typeface="Pretendard"/>
                <a:ea typeface="맑은 고딕"/>
              </a:rPr>
              <a:t>가능성을</a:t>
            </a:r>
            <a:r>
              <a:rPr lang="en-US" sz="1200">
                <a:solidFill>
                  <a:srgbClr val="6B6258"/>
                </a:solidFill>
                <a:latin typeface="Pretendard"/>
              </a:rPr>
              <a:t> </a:t>
            </a:r>
            <a:r>
              <a:rPr lang="ko-KR" altLang="en-US" sz="1200">
                <a:solidFill>
                  <a:srgbClr val="6B6258"/>
                </a:solidFill>
                <a:latin typeface="Pretendard"/>
                <a:ea typeface="맑은 고딕"/>
              </a:rPr>
              <a:t>검증했으나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승률이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약 20%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수준에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머물렀다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.  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이에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따라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팀원의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순수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RL과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다른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State Engineering 과 Reward Shaping을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활용한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Hybrid PPO 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구조를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설계하여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성능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향상을</a:t>
            </a:r>
            <a:r>
              <a:rPr lang="en-US" altLang="ko-KR" sz="1200">
                <a:solidFill>
                  <a:srgbClr val="6B6258"/>
                </a:solidFill>
                <a:latin typeface="Pretendard"/>
                <a:ea typeface="맑은 고딕"/>
              </a:rPr>
              <a:t> </a:t>
            </a:r>
            <a:r>
              <a:rPr lang="en-US" altLang="ko-KR" sz="1200" err="1">
                <a:solidFill>
                  <a:srgbClr val="6B6258"/>
                </a:solidFill>
                <a:latin typeface="Pretendard"/>
                <a:ea typeface="맑은 고딕"/>
              </a:rPr>
              <a:t>시도함</a:t>
            </a:r>
            <a:endParaRPr lang="en-US" altLang="ko-KR" sz="1200">
              <a:solidFill>
                <a:srgbClr val="6B6258"/>
              </a:solidFill>
              <a:latin typeface="Pretendard"/>
              <a:ea typeface="맑은 고딕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BE163909-A368-CD07-C39B-A8508456B657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125446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1#</a:t>
            </a: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project-RF —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State와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Reward</a:t>
            </a:r>
            <a:endParaRPr lang="en-US" sz="2500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이기쁨 — 252차원 engineered state + 강한 dense shaping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/>
              </a:rPr>
              <a:t>14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949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" cy="411480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Engineered State (252차원)</a:t>
            </a:r>
            <a:endParaRPr lang="en-US" sz="1600">
              <a:latin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9536" y="2130552"/>
            <a:ext cx="495604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양측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말 4개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위치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one-hot + pending 윷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결과</a:t>
            </a:r>
            <a:endParaRPr lang="en-US" sz="1400">
              <a:latin typeface="Pretendard"/>
            </a:endParaRPr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즉시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잡기·완주·지름길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가능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여부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플래그</a:t>
            </a:r>
            <a:endParaRPr lang="en-US" sz="1400">
              <a:latin typeface="Pretendard"/>
            </a:endParaRPr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현재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잡힐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위험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여부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양측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완주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비율</a:t>
            </a:r>
            <a:endParaRPr lang="en-US" sz="1400">
              <a:latin typeface="Pretendard"/>
            </a:endParaRPr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양측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각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말의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완주까지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남은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거리</a:t>
            </a:r>
            <a:endParaRPr lang="en-US" sz="1400">
              <a:latin typeface="Pretendard"/>
            </a:endParaRPr>
          </a:p>
          <a:p>
            <a:pPr marL="127000" indent="-127000"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Raw / Board / Engineered /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RiskAware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encoder를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구현해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비교</a:t>
            </a:r>
            <a:br>
              <a:rPr lang="en-US" sz="1400">
                <a:latin typeface="Pretendard"/>
                <a:ea typeface="Pretendard"/>
                <a:cs typeface="Pretendard" pitchFamily="34" charset="-120"/>
              </a:rPr>
            </a:br>
            <a:r>
              <a:rPr lang="en-US" sz="1400">
                <a:solidFill>
                  <a:srgbClr val="000000"/>
                </a:solidFill>
                <a:highlight>
                  <a:srgbClr val="FFFFFF"/>
                </a:highlight>
                <a:ea typeface="+mn-lt"/>
                <a:cs typeface="+mn-lt"/>
              </a:rPr>
              <a:t>→ 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state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설계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자체가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핵심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실험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축</a:t>
            </a:r>
            <a:endParaRPr lang="en-US" sz="1400">
              <a:latin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Capture-aware Dense Reward</a:t>
            </a:r>
            <a:endParaRPr lang="en-US" sz="145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671163"/>
              </p:ext>
            </p:extLst>
          </p:nvPr>
        </p:nvGraphicFramePr>
        <p:xfrm>
          <a:off x="6400800" y="1965960"/>
          <a:ext cx="5120639" cy="2852928"/>
        </p:xfrm>
        <a:graphic>
          <a:graphicData uri="http://schemas.openxmlformats.org/drawingml/2006/table">
            <a:tbl>
              <a:tblPr/>
              <a:tblGrid>
                <a:gridCol w="26425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81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사건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보상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승리 / 패배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+100 / -100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말 완주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+30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err="1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상대</a:t>
                      </a:r>
                      <a:r>
                        <a:rPr lang="en-US" sz="1200" b="1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말 </a:t>
                      </a:r>
                      <a:r>
                        <a:rPr lang="en-US" sz="1200" b="1" err="1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잡기</a:t>
                      </a:r>
                      <a:r>
                        <a:rPr lang="en-US" sz="1200" b="1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/ </a:t>
                      </a:r>
                      <a:r>
                        <a:rPr lang="en-US" sz="1200" b="1" err="1">
                          <a:solidFill>
                            <a:srgbClr val="262626"/>
                          </a:solidFill>
                          <a:highlight>
                            <a:srgbClr val="FFFF00"/>
                          </a:highlight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잡힘</a:t>
                      </a:r>
                      <a:endParaRPr lang="en-US" sz="1200" b="1">
                        <a:highlight>
                          <a:srgbClr val="FFFF00"/>
                        </a:highlight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77B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+35 / -35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잡을 수 있는데 안 잡음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-10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위험 상태 / 위험 탈출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-15 / +5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6400800" y="49834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전술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행동을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빠르게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유도하고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행동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근거를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설명할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수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있는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대신</a:t>
            </a:r>
            <a:br>
              <a:rPr lang="en-US"/>
            </a:b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가중치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튜닝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비용과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설계자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편향이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존재</a:t>
            </a:r>
            <a:endParaRPr lang="en-US" sz="1100" err="1">
              <a:latin typeface="Pretendard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98726D1-10A9-448F-7795-FA1F777C18D9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1#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project-RF — Teacher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Imitation과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학습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상대</a:t>
            </a:r>
            <a:endParaRPr lang="en-US" sz="2500" err="1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강한 teacher의 판단 분포를 PPO에 증류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/>
              </a:rPr>
              <a:t>15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949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" cy="228600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StrategicValue Teacher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859536" y="2130552"/>
            <a:ext cx="49560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 network + heuristic 점수 결합 agent (내부 최강)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150 · 잡기 50 · 위험 34 · 상대 반격 20 가중치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정답 하나가 아니라 action별 점수 → softmax 분포로 변환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 policy와의 KL divergence 최소화로 모방 학습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3949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64008" cy="1783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9536" y="4306824"/>
            <a:ext cx="4956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Mixed-opponent Fine-tuning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859536" y="4690872"/>
            <a:ext cx="49560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1: Random 50% + StrategicRule 50%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 2: Random 20% + StrategicRule 40% + StrategicValue 40%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상대 과적응을 줄이고 다양한 행동 분포에 대응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 상태 Oversampling</a:t>
            </a:r>
            <a:endParaRPr lang="en-US" sz="145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573361"/>
              </p:ext>
            </p:extLst>
          </p:nvPr>
        </p:nvGraphicFramePr>
        <p:xfrm>
          <a:off x="6400800" y="1965960"/>
          <a:ext cx="5120639" cy="2743200"/>
        </p:xfrm>
        <a:graphic>
          <a:graphicData uri="http://schemas.openxmlformats.org/drawingml/2006/table">
            <a:tbl>
              <a:tblPr/>
              <a:tblGrid>
                <a:gridCol w="2670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50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가중치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잡기 가능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77B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5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잡힐 위험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C77B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5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완주 가능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3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지름길 가능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2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상태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1</a:t>
                      </a:r>
                      <a:endParaRPr lang="en-US" sz="120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400800" y="48463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승패를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가르는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전술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상태를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일반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상태보다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강하게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학습</a:t>
            </a:r>
            <a:endParaRPr lang="en-US" sz="1100" err="1">
              <a:latin typeface="Pretendard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6E366AE-A47E-C56E-DE83-A57093B1A78E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1#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project-RF — Inference-time Tactical Prior</a:t>
            </a:r>
            <a:endParaRPr lang="en-US" sz="2500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행동은 network 출력만으로 결정되지 않는다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/>
              </a:rPr>
              <a:t>16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108813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64008" cy="105156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>
                <a:solidFill>
                  <a:srgbClr val="C77B30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Final_logits  =  </a:t>
            </a:r>
            <a:r>
              <a:rPr lang="en-US" sz="1900" b="1" err="1">
                <a:solidFill>
                  <a:srgbClr val="C77B30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ppo_logits</a:t>
            </a:r>
            <a:r>
              <a:rPr lang="en-US" sz="1900" b="1">
                <a:solidFill>
                  <a:srgbClr val="C77B30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 +  2.5 × </a:t>
            </a:r>
            <a:r>
              <a:rPr lang="en-US" sz="1900" b="1" err="1">
                <a:solidFill>
                  <a:srgbClr val="C77B30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tactical_bonus</a:t>
            </a:r>
            <a:endParaRPr lang="en-US" sz="1900" err="1">
              <a:latin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5212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64008" cy="260604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859536" y="311810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Tactical bonus가 평가하는 것</a:t>
            </a:r>
            <a:endParaRPr lang="en-US" sz="1450"/>
          </a:p>
        </p:txBody>
      </p:sp>
      <p:sp>
        <p:nvSpPr>
          <p:cNvPr id="13" name="Text 11"/>
          <p:cNvSpPr/>
          <p:nvPr/>
        </p:nvSpPr>
        <p:spPr>
          <a:xfrm>
            <a:off x="859536" y="3502152"/>
            <a:ext cx="47731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승리·완주·잡기, 진행 거리, 지름길 진입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잡기 기회를 놓쳤는지, 이동 후 잡힐 위험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상대가 다음 행동으로 잡기·완주를 할 수 있는지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완주 직전 말을 두고 새 말을 출발시키는지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6309360" y="2971800"/>
            <a:ext cx="521208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2971800"/>
            <a:ext cx="64008" cy="2606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28816" y="311810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개발 성과 (project-RF 내부 비교)</a:t>
            </a:r>
            <a:endParaRPr lang="en-US" sz="1450"/>
          </a:p>
        </p:txBody>
      </p:sp>
      <p:sp>
        <p:nvSpPr>
          <p:cNvPr id="17" name="Text 15"/>
          <p:cNvSpPr/>
          <p:nvPr/>
        </p:nvSpPr>
        <p:spPr>
          <a:xfrm>
            <a:off x="6528816" y="3502152"/>
            <a:ext cx="477316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내부 7,000게임 tournament: Hybrid PPO 61.76%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잡기 기회 성공률 91.14%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PPO Baseline 32% → imitation·tactical 설계로 약 2배 개선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내부 결과는 상대·환경이 달라 프로젝트 간 비교에는 미사용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따라서 분류는 Pure PPO가 아니라 RL + Imitation + Rule Prior의 Hybrid PPO — 이 구조가 3부 결과 해석의 열쇠가 된다</a:t>
            </a:r>
            <a:endParaRPr lang="en-US" sz="120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334EF03-4132-7E31-26F7-EA109E5CF68E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1#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project-RF —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Hyperparameter와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후보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탐색</a:t>
            </a:r>
            <a:endParaRPr lang="en-US" sz="2500" err="1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imitation 후보 4종을 비교해 최종 설정 선택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/>
              </a:rPr>
              <a:t>17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PPO 설정 (자체 PyTorch 구현)</a:t>
            </a:r>
            <a:endParaRPr lang="en-US" sz="140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4937760" cy="2944368"/>
        </p:xfrm>
        <a:graphic>
          <a:graphicData uri="http://schemas.openxmlformats.org/drawingml/2006/table">
            <a:tbl>
              <a:tblPr/>
              <a:tblGrid>
                <a:gridCol w="271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learning rate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0.0001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gamma / GAE lambda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 / 0.95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PPO clip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0.15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entropy coefficient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0.03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rollout / batch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1,024 / 128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network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256-256 ReLU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Imitation 후보 비교 (teacher 상대 평가)</a:t>
            </a:r>
            <a:endParaRPr lang="en-US" sz="140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65960"/>
          <a:ext cx="5486400" cy="2286000"/>
        </p:xfrm>
        <a:graphic>
          <a:graphicData uri="http://schemas.openxmlformats.org/drawingml/2006/table">
            <a:tbl>
              <a:tblPr/>
              <a:tblGrid>
                <a:gridCol w="1316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24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후보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lr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gamma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승률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C77B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 (선택)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1e-4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C77B3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25.2%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5e-5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0.98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24.5%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1e-4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24.5%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5e-5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0.98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24.0%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035040" y="44348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승률은 최강 내부 agent인 StrategicValue teacher 상대 기준 — 절대값보다 후보 간 상대 비교에 사용</a:t>
            </a:r>
            <a:endParaRPr lang="en-US" sz="1050"/>
          </a:p>
        </p:txBody>
      </p:sp>
      <p:sp>
        <p:nvSpPr>
          <p:cNvPr id="12" name="Shape 8"/>
          <p:cNvSpPr/>
          <p:nvPr/>
        </p:nvSpPr>
        <p:spPr>
          <a:xfrm>
            <a:off x="640080" y="525780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640080" y="5257800"/>
            <a:ext cx="64008" cy="77724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/>
          <p:nvPr/>
        </p:nvSpPr>
        <p:spPr>
          <a:xfrm>
            <a:off x="960120" y="52578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단계   </a:t>
            </a: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0을 ppo_capture_imitation으로 선택 → mixed-opponent fine-tuning(ppo_tactical)은 마지막 stage에서 오히려 하락해 후보 0이 대표로 확정</a:t>
            </a:r>
            <a:endParaRPr lang="en-US" sz="115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D723131C-B3C5-700F-58D0-84FD592AC3C7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2#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RL-project — Tactical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Observation과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Terminal Reward</a:t>
            </a:r>
            <a:endParaRPr lang="en-US" sz="2500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남준우 — 행동의 의미를 관측으로 제공하고, 보상은 승패만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/>
              </a:rPr>
              <a:t>18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63093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" cy="2286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5870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Action-level Tactical Observation (253차원)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859536" y="2130552"/>
            <a:ext cx="58704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base 53차원 (말 위치·상태·stack·윷 pool)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+ 20개 action마다 10개 전술 feature = 200차원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feature: legal, 잡기(수), 완주(수), 이동 말 수, 새 말 출발, stack 크기, 이동 후 거리, rf_score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rf_score = rule agent의 행동 점수 — rule 지식이 입력으로 들어가지만 행동 강제는 없음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630936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64008" cy="178308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59536" y="4306824"/>
            <a:ext cx="5870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Terminal Reward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859536" y="4690872"/>
            <a:ext cx="58704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승리 +1, 패배 -1, 그 외 0 — 중간 보상 없음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shaping 실험 결과 잡기 성향만 강해지고 승률은 오히려 하락</a:t>
            </a:r>
            <a:endParaRPr lang="en-US" sz="120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“관측은 풍부하게, 보상은 단순하게”가 설계 원칙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7315200" y="1600200"/>
            <a:ext cx="4206240" cy="4343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315200" y="1600200"/>
            <a:ext cx="64008" cy="43434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534656" y="1746504"/>
            <a:ext cx="3767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구성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7534656" y="2130552"/>
            <a:ext cx="3767328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sb3-contrib MaskablePPO</a:t>
            </a:r>
            <a:endParaRPr lang="en-US" sz="120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policy/value 64-64 Tanh (작은 network)</a:t>
            </a:r>
            <a:endParaRPr lang="en-US" sz="120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상대: common_rule_based 고정</a:t>
            </a:r>
            <a:endParaRPr lang="en-US" sz="120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0·1·2 × 40M timesteps</a:t>
            </a:r>
            <a:endParaRPr lang="en-US" sz="120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SubprocVecEnv 12 env, A100</a:t>
            </a:r>
            <a:endParaRPr lang="en-US" sz="120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추론: deterministic policy 단독</a:t>
            </a:r>
            <a:endParaRPr lang="en-US" sz="120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75C0873-1934-10CA-E06A-4B762D924C19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2# RL-project — 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성능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개선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실험</a:t>
            </a:r>
            <a:endParaRPr lang="en-US" sz="2500" b="1">
              <a:solidFill>
                <a:srgbClr val="262626"/>
              </a:solidFill>
              <a:latin typeface="Pretendard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observation 2종 × reward 2종, 3-seed 후보 실험 (3M)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/>
              </a:rPr>
              <a:t>19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6035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cand_3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13734"/>
            <a:ext cx="5577840" cy="308773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40880" y="1645920"/>
            <a:ext cx="4480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040880" y="1645920"/>
            <a:ext cx="64008" cy="42062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260336" y="179222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7260336" y="2176272"/>
            <a:ext cx="40416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최대 개선 요인은 tactical observation — base 대비 약 +15.9%p</a:t>
            </a:r>
            <a:endParaRPr lang="en-US" sz="125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reward shaping은 오히려 역효과 (terminal이 우세)</a:t>
            </a:r>
            <a:endParaRPr lang="en-US" sz="125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결론: 이 게임에서는 reward 설계보다 state 표현이 지배적</a:t>
            </a:r>
            <a:endParaRPr lang="en-US" sz="1250"/>
          </a:p>
          <a:p>
            <a:pPr marL="127000" indent="-127000">
              <a:spcAft>
                <a:spcPts val="10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Tactical + Terminal 조합으로 장기 학습 확정</a:t>
            </a:r>
            <a:endParaRPr lang="en-US" sz="125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81DDED96-A1F7-F8FC-D8D2-AB08DA628E7A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2# RL-project — 40M까지의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학습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과정</a:t>
            </a:r>
            <a:endParaRPr lang="ko-KR" altLang="en-US" sz="2500" b="1">
              <a:solidFill>
                <a:srgbClr val="262626"/>
              </a:solidFill>
              <a:latin typeface="Pretendard"/>
              <a:ea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08626" y="1002927"/>
            <a:ext cx="10607040" cy="6630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1 - 10M : tactical</a:t>
            </a:r>
            <a:r>
              <a:rPr lang="en-US" sz="1250">
                <a:solidFill>
                  <a:srgbClr val="6B6258"/>
                </a:solidFill>
                <a:latin typeface="Calibri"/>
                <a:ea typeface="Pretendard"/>
                <a:cs typeface="Calibri"/>
              </a:rPr>
              <a:t> + terminal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 PPO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를</a:t>
            </a:r>
            <a:r>
              <a:rPr lang="en-US" altLang="ko-KR" sz="1250">
                <a:solidFill>
                  <a:srgbClr val="6B6258"/>
                </a:solidFill>
                <a:ea typeface="Pretendard"/>
                <a:cs typeface="+mn-lt"/>
              </a:rPr>
              <a:t> 10M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학습한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뒤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,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각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모델을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공식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조건인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RF Agent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상대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5000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판으로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평가</a:t>
            </a:r>
            <a:endParaRPr lang="en-US" sz="1250">
              <a:solidFill>
                <a:srgbClr val="6B6258"/>
              </a:solidFill>
              <a:ea typeface="Pretendard"/>
              <a:cs typeface="Calibri"/>
            </a:endParaRPr>
          </a:p>
          <a:p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2 - 30M</a:t>
            </a:r>
            <a:r>
              <a:rPr lang="en-US" altLang="ko-KR" sz="1250">
                <a:solidFill>
                  <a:srgbClr val="6B6258"/>
                </a:solidFill>
                <a:ea typeface="Pretendard"/>
                <a:cs typeface="+mn-lt"/>
              </a:rPr>
              <a:t> :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같은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PPO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후보를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seed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별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fresh training</a:t>
            </a:r>
            <a:r>
              <a:rPr lang="ko-KR" altLang="en-US" sz="1250">
                <a:solidFill>
                  <a:srgbClr val="6B6258"/>
                </a:solidFill>
                <a:ea typeface="Pretendard"/>
                <a:cs typeface="+mn-lt"/>
              </a:rPr>
              <a:t>하고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, 12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개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CPU core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를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활용하도록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 </a:t>
            </a:r>
            <a:r>
              <a:rPr lang="en-US" sz="1250" err="1">
                <a:solidFill>
                  <a:srgbClr val="6B6258"/>
                </a:solidFill>
                <a:latin typeface="Calibri"/>
                <a:ea typeface="Pretendard"/>
                <a:cs typeface="Calibri"/>
              </a:rPr>
              <a:t>SubprocVecEnv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와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 </a:t>
            </a:r>
            <a:r>
              <a:rPr lang="en-US" sz="1250" err="1">
                <a:solidFill>
                  <a:srgbClr val="6B6258"/>
                </a:solidFill>
                <a:latin typeface="Calibri"/>
                <a:ea typeface="Pretendard"/>
                <a:cs typeface="Calibri"/>
              </a:rPr>
              <a:t>n_envs</a:t>
            </a:r>
            <a:r>
              <a:rPr lang="en-US" sz="1250">
                <a:solidFill>
                  <a:srgbClr val="6B6258"/>
                </a:solidFill>
                <a:latin typeface="Calibri"/>
                <a:ea typeface="Pretendard"/>
                <a:cs typeface="Calibri"/>
              </a:rPr>
              <a:t>=12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를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사용했고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,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학습은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A100 GPU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에서</a:t>
            </a:r>
            <a:r>
              <a:rPr lang="en-US" sz="1250">
                <a:solidFill>
                  <a:srgbClr val="6B6258"/>
                </a:solidFill>
                <a:ea typeface="Pretendard"/>
                <a:cs typeface="+mn-lt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+mn-lt"/>
                <a:cs typeface="+mn-lt"/>
              </a:rPr>
              <a:t>수행</a:t>
            </a:r>
            <a:endParaRPr lang="en-US" sz="1250">
              <a:solidFill>
                <a:srgbClr val="6B6258"/>
              </a:solidFill>
              <a:ea typeface="Pretendard"/>
              <a:cs typeface="Calibri"/>
            </a:endParaRPr>
          </a:p>
          <a:p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3 - 40M :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공통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opponent를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직접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학습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상대로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사용해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같은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 tactical + terminal 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PPO를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seed별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en-US" sz="1250" err="1">
                <a:solidFill>
                  <a:srgbClr val="6B6258"/>
                </a:solidFill>
                <a:ea typeface="Pretendard"/>
                <a:cs typeface="Calibri"/>
              </a:rPr>
              <a:t>다시</a:t>
            </a:r>
            <a:r>
              <a:rPr lang="en-US" sz="1250">
                <a:solidFill>
                  <a:srgbClr val="6B6258"/>
                </a:solidFill>
                <a:ea typeface="Pretendard"/>
                <a:cs typeface="Calibri"/>
              </a:rPr>
              <a:t> </a:t>
            </a:r>
            <a:r>
              <a:rPr lang="ko-KR" altLang="en-US" sz="1250">
                <a:solidFill>
                  <a:srgbClr val="6B6258"/>
                </a:solidFill>
                <a:ea typeface="Pretendard"/>
                <a:cs typeface="Calibri"/>
              </a:rPr>
              <a:t>학습</a:t>
            </a:r>
            <a:endParaRPr lang="ko-KR" altLang="en-US">
              <a:ea typeface="맑은 고딕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/>
              </a:rPr>
              <a:t>20</a:t>
            </a:r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766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progress_leg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21576"/>
            <a:ext cx="6309360" cy="296348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0" y="1691640"/>
            <a:ext cx="374904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7772400" y="1691640"/>
            <a:ext cx="64008" cy="265176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7991856" y="1837944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중요한 교훈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7991856" y="2221992"/>
            <a:ext cx="3310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기준을 공통으로 통일하자 -3.02%p 하락</a:t>
            </a:r>
            <a:endParaRPr lang="en-US" sz="115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원인의 대부분은 상대 tie-break 변경 (-2.29%p)</a:t>
            </a:r>
            <a:endParaRPr lang="en-US" sz="115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상대를 공통 agent로 교체 → +3.27%p 회복</a:t>
            </a:r>
            <a:endParaRPr lang="en-US" sz="1150"/>
          </a:p>
        </p:txBody>
      </p:sp>
      <p:sp>
        <p:nvSpPr>
          <p:cNvPr id="13" name="Shape 10"/>
          <p:cNvSpPr/>
          <p:nvPr/>
        </p:nvSpPr>
        <p:spPr>
          <a:xfrm>
            <a:off x="7772400" y="4617720"/>
            <a:ext cx="37490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7772400" y="4617720"/>
            <a:ext cx="64008" cy="128016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8028432" y="4617720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(40M × 3 seeds)   </a:t>
            </a: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평균 59.76%, 최고 seed 1의 60.46% — seed 1·2가 60% 통과</a:t>
            </a:r>
            <a:endParaRPr lang="en-US" sz="120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DA6F9A6F-9116-DA6B-B95F-DE81A961E892}"/>
              </a:ext>
            </a:extLst>
          </p:cNvPr>
          <p:cNvSpPr/>
          <p:nvPr/>
        </p:nvSpPr>
        <p:spPr>
          <a:xfrm>
            <a:off x="1064491" y="5049611"/>
            <a:ext cx="1353359" cy="680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*파랑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=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초기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Pretendard"/>
              <a:ea typeface="Calibri" panose="020F0502020204030204"/>
              <a:cs typeface="Calibri" panose="020F0502020204030204"/>
            </a:endParaRPr>
          </a:p>
          <a:p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*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회색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=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공통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기준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재평가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endParaRPr lang="en-US" sz="1000">
              <a:solidFill>
                <a:srgbClr val="000000"/>
              </a:solidFill>
              <a:latin typeface="Calibri"/>
              <a:ea typeface="Pretendard"/>
              <a:cs typeface="Calibri"/>
            </a:endParaRPr>
          </a:p>
          <a:p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*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초록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=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공통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상대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00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재학습</a:t>
            </a:r>
            <a:endParaRPr lang="en-US" sz="1000">
              <a:latin typeface="Pretendard"/>
              <a:ea typeface="Pretendard"/>
              <a:cs typeface="Calibri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B4CA7301-B152-B466-DEDA-8458DEEA18B2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2# 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RL-project —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알고리즘과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Hyperparameter</a:t>
            </a:r>
            <a:endParaRPr lang="en-US" sz="2500">
              <a:latin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sb3-contrib MaskablePPO — 40M 장기 학습 설정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/>
              </a:rPr>
              <a:t>21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PPO 설정 (legacy 40M)</a:t>
            </a:r>
            <a:endParaRPr lang="en-US" sz="140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52561"/>
              </p:ext>
            </p:extLst>
          </p:nvPr>
        </p:nvGraphicFramePr>
        <p:xfrm>
          <a:off x="640080" y="1965960"/>
          <a:ext cx="4937760" cy="2944368"/>
        </p:xfrm>
        <a:graphic>
          <a:graphicData uri="http://schemas.openxmlformats.org/drawingml/2006/table">
            <a:tbl>
              <a:tblPr/>
              <a:tblGrid>
                <a:gridCol w="2715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값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learning rate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0.0003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gamma / GAE lambda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0.99 / 0.95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n_steps / batch size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2,048 / 2,048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entropy coefficient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parallel env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SubprocVecEnv × 12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network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64-64 Tanh (policy/value)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035040" y="160020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035040" y="1600200"/>
            <a:ext cx="64008" cy="21031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6254496" y="1746504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예산의 배분</a:t>
            </a:r>
            <a:endParaRPr lang="en-US" sz="1450"/>
          </a:p>
        </p:txBody>
      </p:sp>
      <p:sp>
        <p:nvSpPr>
          <p:cNvPr id="12" name="Text 9"/>
          <p:cNvSpPr/>
          <p:nvPr/>
        </p:nvSpPr>
        <p:spPr>
          <a:xfrm>
            <a:off x="6254496" y="2130552"/>
            <a:ext cx="50474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hyperparameter sweep 대신 observation × reward 조합 비교(4종 × 3 seed)에 실험 예산을 집중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sb3 기본값 기반 설정을 고정하고 학습량·상대 정렬로 성능 확보</a:t>
            </a:r>
            <a:endParaRPr lang="en-US" sz="1200"/>
          </a:p>
        </p:txBody>
      </p:sp>
      <p:sp>
        <p:nvSpPr>
          <p:cNvPr id="13" name="Shape 10"/>
          <p:cNvSpPr/>
          <p:nvPr/>
        </p:nvSpPr>
        <p:spPr>
          <a:xfrm>
            <a:off x="6035040" y="3977640"/>
            <a:ext cx="54864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035040" y="3977640"/>
            <a:ext cx="64008" cy="20574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6254496" y="4123944"/>
            <a:ext cx="5047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안정장치</a:t>
            </a:r>
            <a:endParaRPr lang="en-US" sz="1450"/>
          </a:p>
        </p:txBody>
      </p:sp>
      <p:sp>
        <p:nvSpPr>
          <p:cNvPr id="16" name="Text 13"/>
          <p:cNvSpPr/>
          <p:nvPr/>
        </p:nvSpPr>
        <p:spPr>
          <a:xfrm>
            <a:off x="6254496" y="4507992"/>
            <a:ext cx="504748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MaskablePPO로 illegal action을 분포에서 제거</a:t>
            </a:r>
            <a:endParaRPr lang="en-US" sz="1200"/>
          </a:p>
          <a:p>
            <a:pPr marL="127000" indent="-127000">
              <a:spcAft>
                <a:spcPts val="800"/>
              </a:spcAft>
              <a:buSzPct val="100000"/>
              <a:buChar char="–"/>
            </a:pPr>
            <a:r>
              <a:rPr lang="en-US" sz="12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opponent 선공 opening에서 terminal이 되는 reset 폐기 (경계 조건 버그 수정 후 회귀 테스트 추가)</a:t>
            </a:r>
            <a:endParaRPr lang="en-US" sz="120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AA371DC-A077-74B4-736D-2D05CCDBACBC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두 모델의 </a:t>
            </a:r>
            <a:r>
              <a:rPr lang="en-US" sz="2500" b="1">
                <a:solidFill>
                  <a:srgbClr val="262626"/>
                </a:solidFill>
                <a:ea typeface="+mn-lt"/>
                <a:cs typeface="+mn-lt"/>
              </a:rPr>
              <a:t>Comparison Points</a:t>
            </a:r>
            <a:endParaRPr lang="en-US" sz="2500">
              <a:solidFill>
                <a:srgbClr val="262626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/>
              </a:rPr>
              <a:t>22</a:t>
            </a:r>
            <a:endParaRPr lang="en-US" sz="100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114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project-RF (이기쁨)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RL-project (남준우)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모델 유형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RL + Imitation + Rule Prior Hybrid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Pure PPO + State Engineering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지식 주입 위치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정책(imitation) + 추론(prior)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관측(observation feature)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State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252차원 engineered state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253차원 action별 tactical feature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Reward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강한 dense capture-aware shaping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terminal +1 / -1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Network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256-256 ReLU (자체 PyTorch PPO)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64-64 Tanh (sb3 MaskablePPO)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상대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teacher + mixed opponent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고정 common rule-based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학습 규모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imitation 중심 + fine-tuning, 단일 checkpoint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40M timesteps × 3 seeds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추론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PPO logits + 2.5 × tactical bonus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deterministic PPO 단독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3">
            <a:extLst>
              <a:ext uri="{FF2B5EF4-FFF2-40B4-BE49-F238E27FC236}">
                <a16:creationId xmlns:a16="http://schemas.microsoft.com/office/drawing/2014/main" id="{E780DEE2-C118-77D1-4780-A3ECD1B9C911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7A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24160" y="1600200"/>
            <a:ext cx="384048" cy="2651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평가</a:t>
            </a:r>
            <a:endParaRPr lang="en-US" sz="3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실험 셋업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지표는 통일하고, 학습 인프라는 각자의 설계에 맞게 사용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108813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64008" cy="1600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46504"/>
            <a:ext cx="10442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Metric (모든 비교 공통)</a:t>
            </a:r>
            <a:endParaRPr lang="en-US" sz="1450"/>
          </a:p>
        </p:txBody>
      </p:sp>
      <p:sp>
        <p:nvSpPr>
          <p:cNvPr id="10" name="Text 8"/>
          <p:cNvSpPr/>
          <p:nvPr/>
        </p:nvSpPr>
        <p:spPr>
          <a:xfrm>
            <a:off x="859536" y="2130552"/>
            <a:ext cx="104424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paired 5,000판 승률 (base seed 2,500 × 선공·후공) · 95% Wilson 신뢰구간 · 선공/후공 분리 승률</a:t>
            </a:r>
            <a:endParaRPr lang="en-US" sz="1250"/>
          </a:p>
          <a:p>
            <a:pPr marL="127000" indent="-127000">
              <a:spcAft>
                <a:spcPts val="700"/>
              </a:spcAft>
              <a:buSzPct val="100000"/>
              <a:buChar char="–"/>
            </a:pPr>
            <a:r>
              <a:rPr lang="en-US" sz="12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illegal action·evaluation error 집계 (전 평가 0건) · deterministic policy · 미래 정보 참조 금지</a:t>
            </a:r>
            <a:endParaRPr lang="en-US" sz="125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445757"/>
              </p:ext>
            </p:extLst>
          </p:nvPr>
        </p:nvGraphicFramePr>
        <p:xfrm>
          <a:off x="640080" y="3474720"/>
          <a:ext cx="10789920" cy="22860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RL-project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project-RF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B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학습</a:t>
                      </a: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장치</a:t>
                      </a:r>
                      <a:endParaRPr lang="en-US" sz="115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NVIDIA A100 GPU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CPU 12 threads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학습</a:t>
                      </a: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규모</a:t>
                      </a:r>
                      <a:endParaRPr lang="en-US" sz="115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40M timesteps × 3 seeds</a:t>
                      </a:r>
                      <a:endParaRPr lang="en-US" sz="115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imitation + fine-tuning, 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단일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checkpoint</a:t>
                      </a:r>
                      <a:endParaRPr lang="en-US" sz="115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학습</a:t>
                      </a:r>
                      <a:r>
                        <a:rPr lang="en-US" sz="1150" b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endParaRPr lang="en-US" sz="115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시드당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약 4시간 (12 env 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병렬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15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수 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시간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내 (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시연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수집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+ distillation)</a:t>
                      </a:r>
                      <a:endParaRPr lang="en-US" sz="115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프레임워크</a:t>
                      </a:r>
                      <a:endParaRPr lang="en-US" sz="115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sb3-contrib 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MaskablePPO</a:t>
                      </a:r>
                      <a:endParaRPr lang="en-US" sz="1150" err="1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자체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r>
                        <a:rPr lang="en-US" sz="1150" err="1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PyTorch</a:t>
                      </a:r>
                      <a:r>
                        <a:rPr lang="en-US" sz="1150">
                          <a:solidFill>
                            <a:srgbClr val="262626"/>
                          </a:solidFill>
                          <a:latin typeface="Pretendard"/>
                          <a:ea typeface="Pretendard" pitchFamily="34" charset="-122"/>
                          <a:cs typeface="Pretendard" pitchFamily="34" charset="-120"/>
                        </a:rPr>
                        <a:t> PPO</a:t>
                      </a:r>
                      <a:endParaRPr lang="en-US" sz="1150">
                        <a:latin typeface="Pretendard"/>
                        <a:ea typeface="Pretendard" charset="0"/>
                        <a:cs typeface="Pretendard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학습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인프라와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학습</a:t>
            </a:r>
            <a:r>
              <a:rPr lang="en-US" sz="1050">
                <a:solidFill>
                  <a:srgbClr val="6B6258"/>
                </a:solidFill>
                <a:ea typeface="+mn-lt"/>
                <a:cs typeface="+mn-lt"/>
              </a:rPr>
              <a:t> budget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이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동일하지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않으므로</a:t>
            </a:r>
            <a:r>
              <a:rPr lang="en-US" sz="1050">
                <a:solidFill>
                  <a:srgbClr val="6B6258"/>
                </a:solidFill>
                <a:ea typeface="+mn-lt"/>
                <a:cs typeface="+mn-lt"/>
              </a:rPr>
              <a:t>,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본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비교는</a:t>
            </a:r>
            <a:r>
              <a:rPr lang="en-US" sz="1050">
                <a:solidFill>
                  <a:srgbClr val="6B6258"/>
                </a:solidFill>
                <a:ea typeface="+mn-lt"/>
                <a:cs typeface="+mn-lt"/>
              </a:rPr>
              <a:t> sample efficiency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비교가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아니라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최종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산출된</a:t>
            </a:r>
            <a:r>
              <a:rPr lang="en-US" sz="1050">
                <a:solidFill>
                  <a:srgbClr val="6B6258"/>
                </a:solidFill>
                <a:ea typeface="+mn-lt"/>
                <a:cs typeface="+mn-lt"/>
              </a:rPr>
              <a:t> agent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성능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비교로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해석해야</a:t>
            </a:r>
            <a:r>
              <a:rPr lang="en-US" altLang="ko-KR" sz="1050">
                <a:solidFill>
                  <a:srgbClr val="6B6258"/>
                </a:solidFill>
                <a:ea typeface="+mn-lt"/>
                <a:cs typeface="+mn-lt"/>
              </a:rPr>
              <a:t> </a:t>
            </a:r>
            <a:r>
              <a:rPr lang="ko-KR" altLang="en-US" sz="1050">
                <a:solidFill>
                  <a:srgbClr val="6B6258"/>
                </a:solidFill>
                <a:ea typeface="+mn-lt"/>
                <a:cs typeface="+mn-lt"/>
              </a:rPr>
              <a:t>한다</a:t>
            </a:r>
            <a:endParaRPr lang="ko-KR" altLang="en-US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B6B166B1-128C-E809-F939-0B05B670E072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Rule-based 상대 평가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고정 rule agent를 상대로 한 paired 5,000판 (모델·시드별)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9494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15714"/>
            <a:ext cx="6492240" cy="30551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138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파랑: RL-project (3 seeds) · 주황: project-RF (2 checkpoints)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7955280" y="1691640"/>
            <a:ext cx="35661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955280" y="1691640"/>
            <a:ext cx="64008" cy="1371600"/>
          </a:xfrm>
          <a:prstGeom prst="rect">
            <a:avLst/>
          </a:prstGeom>
          <a:solidFill>
            <a:srgbClr val="2E7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046720" y="1837944"/>
            <a:ext cx="33832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E7D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0.30%p</a:t>
            </a:r>
            <a:endParaRPr lang="en-US" sz="3000"/>
          </a:p>
        </p:txBody>
      </p:sp>
      <p:sp>
        <p:nvSpPr>
          <p:cNvPr id="13" name="Text 10"/>
          <p:cNvSpPr/>
          <p:nvPr/>
        </p:nvSpPr>
        <p:spPr>
          <a:xfrm>
            <a:off x="8065008" y="245973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3-seed 평균 59.76% vs 대표 59.46%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8065008" y="2752344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>
                <a:solidFill>
                  <a:srgbClr val="6B6258"/>
                </a:solidFill>
                <a:latin typeface="Pretendard"/>
                <a:ea typeface="맑은 고딕"/>
              </a:rPr>
              <a:t>유사한 성능, 성능 차이는 크지 않음</a:t>
            </a:r>
            <a:endParaRPr lang="en-US" sz="1000">
              <a:solidFill>
                <a:srgbClr val="6B6258"/>
              </a:solidFill>
              <a:latin typeface="Pretendar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955280" y="3291840"/>
            <a:ext cx="35661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955280" y="3291840"/>
            <a:ext cx="64008" cy="2606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174736" y="3438144"/>
            <a:ext cx="3127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읽는 법</a:t>
            </a:r>
            <a:endParaRPr lang="en-US" sz="1450"/>
          </a:p>
        </p:txBody>
      </p:sp>
      <p:sp>
        <p:nvSpPr>
          <p:cNvPr id="18" name="Text 15"/>
          <p:cNvSpPr/>
          <p:nvPr/>
        </p:nvSpPr>
        <p:spPr>
          <a:xfrm>
            <a:off x="8174736" y="3822192"/>
            <a:ext cx="31272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설계 모두 baseline 상대 약 60% 수준 도달</a:t>
            </a:r>
            <a:endParaRPr lang="en-US" sz="115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 엄격 통과는 RL-project seed 1·2 (project-RF는 27승 부족)</a:t>
            </a:r>
            <a:endParaRPr lang="en-US" sz="1150"/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15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단, seed 수와 학습 budget이 달라 우열로 확대 해석 금지</a:t>
            </a:r>
            <a:endParaRPr lang="en-US" sz="115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F9CFD06-4E57-E914-6283-A5608018083F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Final - 두 Agent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직접 대전</a:t>
            </a:r>
            <a:endParaRPr lang="en-US" sz="2500" err="1">
              <a:latin typeface="Pretendard"/>
              <a:ea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VS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강화학습</a:t>
            </a:r>
            <a:r>
              <a:rPr lang="en-US" altLang="ko-KR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—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윷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시퀀스에서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선공·후공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교환</a:t>
            </a:r>
            <a:endParaRPr lang="en-US" sz="1250" err="1"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035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h2h_see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2670"/>
            <a:ext cx="5577840" cy="298125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138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독립 holdout (seed 500000~502499) — RL-project 학습 seed별 5,000판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7040880" y="1691640"/>
            <a:ext cx="4480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040880" y="1691640"/>
            <a:ext cx="64008" cy="137160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132320" y="1837944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53.98%</a:t>
            </a:r>
            <a:endParaRPr lang="en-US" sz="3000"/>
          </a:p>
        </p:txBody>
      </p:sp>
      <p:sp>
        <p:nvSpPr>
          <p:cNvPr id="13" name="Text 10"/>
          <p:cNvSpPr/>
          <p:nvPr/>
        </p:nvSpPr>
        <p:spPr>
          <a:xfrm>
            <a:off x="7150608" y="2459736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project-RF Hybrid 합산 승률 (holdout 15,000판)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7150608" y="2752344"/>
            <a:ext cx="4261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*</a:t>
            </a:r>
            <a:r>
              <a:rPr lang="en-US" sz="10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95% Wilson CI 53.18~54.78%</a:t>
            </a:r>
            <a:endParaRPr lang="en-US" sz="1000">
              <a:latin typeface="Pretendard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040880" y="3291840"/>
            <a:ext cx="448056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7040880" y="3291840"/>
            <a:ext cx="64008" cy="260604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260336" y="343814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결과의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견고함</a:t>
            </a:r>
            <a:endParaRPr lang="en-US" sz="1600" err="1">
              <a:latin typeface="Pretendard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260336" y="3822192"/>
            <a:ext cx="40416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기존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구간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(100000~)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에서도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52.92%로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같은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방향</a:t>
            </a:r>
            <a:endParaRPr lang="en-US" sz="1400" err="1">
              <a:latin typeface="Pretendard"/>
              <a:ea typeface="Calibri"/>
              <a:cs typeface="Calibri"/>
            </a:endParaRPr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두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구간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합산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30,000판: 53.45% —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우세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일관</a:t>
            </a:r>
            <a:endParaRPr lang="en-US" sz="1400" err="1">
              <a:latin typeface="Pretendard"/>
              <a:ea typeface="Calibri"/>
              <a:cs typeface="Calibri"/>
            </a:endParaRPr>
          </a:p>
          <a:p>
            <a:pPr marL="127000" indent="-127000">
              <a:spcAft>
                <a:spcPts val="900"/>
              </a:spcAft>
              <a:buSzPct val="100000"/>
              <a:buChar char="–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RL-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project는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seed 1만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거의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대등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(48.36%)</a:t>
            </a:r>
            <a:endParaRPr lang="en-US" sz="1400">
              <a:latin typeface="Pretendard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F4121305-657E-B59A-F476-DF4A9C5FEE9C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대전 행동 분석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head-to-head 5,000판의 게임 내 행동 통계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035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behav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95322"/>
            <a:ext cx="5577840" cy="26959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138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 40M seed 1 vs project-RF capture imitation (paired 5,000판)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7040880" y="1691640"/>
            <a:ext cx="448056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040880" y="1691640"/>
            <a:ext cx="64008" cy="4206240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260336" y="183794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해석</a:t>
            </a:r>
            <a:endParaRPr lang="en-US" sz="1600" err="1">
              <a:latin typeface="Pretendar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260336" y="2221992"/>
            <a:ext cx="40416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project-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RF의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게임당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잡기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수가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정확히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약 2배 </a:t>
            </a:r>
            <a:br>
              <a:rPr lang="en-US" sz="1400">
                <a:latin typeface="Pretendard"/>
                <a:ea typeface="Pretendard"/>
                <a:cs typeface="Pretendard" pitchFamily="34" charset="-120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(4.49 vs 2.21)</a:t>
            </a:r>
            <a:endParaRPr lang="en-US" sz="1400">
              <a:latin typeface="Pretendard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tactical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prior가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잡기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기회와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상대의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즉시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반격을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평가한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결과</a:t>
            </a:r>
            <a:endParaRPr lang="en-US" sz="1400" err="1">
              <a:latin typeface="Pretendard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RL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정책끼리의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대전에서는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이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공격적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잡기가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상대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진행을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계속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리셋</a:t>
            </a:r>
            <a:endParaRPr lang="en-US" sz="1400" err="1">
              <a:latin typeface="Pretendard"/>
              <a:ea typeface="Calibri"/>
              <a:cs typeface="Calibri"/>
            </a:endParaRPr>
          </a:p>
          <a:p>
            <a:pPr marL="285750" indent="-2857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고정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baseline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상대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승률에는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잘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드러나지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않던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matchup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강점</a:t>
            </a:r>
            <a:endParaRPr lang="en-US" sz="1400" err="1">
              <a:latin typeface="Pretendard"/>
              <a:ea typeface="Calibri"/>
              <a:cs typeface="Calibri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9C261FA1-529C-BE9C-CFD3-80975E914F91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Ablation — Tactical Prior를 제거하면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같은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project-RF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Checkpoint에서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Prior만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 OFF </a:t>
            </a:r>
            <a:r>
              <a:rPr lang="ko-KR" alt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후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동일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조건</a:t>
            </a:r>
            <a:r>
              <a:rPr lang="en-US" sz="125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5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재대전</a:t>
            </a:r>
            <a:endParaRPr lang="en-US" sz="1250" err="1"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60350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80675"/>
            <a:ext cx="5577840" cy="33252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51383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직접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대전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15,000판 — prior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유무에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따른</a:t>
            </a:r>
            <a:r>
              <a:rPr lang="en-US" sz="1100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err="1">
                <a:solidFill>
                  <a:srgbClr val="6B6258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역전</a:t>
            </a:r>
            <a:endParaRPr lang="en-US" sz="1100">
              <a:latin typeface="Pretendard"/>
              <a:ea typeface="Calibri"/>
              <a:cs typeface="Calibri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40880" y="1691640"/>
            <a:ext cx="44805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040880" y="1691640"/>
            <a:ext cx="64008" cy="13716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132320" y="1837944"/>
            <a:ext cx="42976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-36.11%p</a:t>
            </a:r>
            <a:endParaRPr lang="en-US" sz="3000"/>
          </a:p>
        </p:txBody>
      </p:sp>
      <p:sp>
        <p:nvSpPr>
          <p:cNvPr id="13" name="Text 10"/>
          <p:cNvSpPr/>
          <p:nvPr/>
        </p:nvSpPr>
        <p:spPr>
          <a:xfrm>
            <a:off x="7150608" y="2569418"/>
            <a:ext cx="4261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Prior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제거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시 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project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-RF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승률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변화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br>
              <a:rPr lang="en-US" sz="1400" b="1">
                <a:latin typeface="Pretendard"/>
                <a:ea typeface="Pretendard"/>
                <a:cs typeface="Pretendard" pitchFamily="34" charset="-120"/>
              </a:rPr>
            </a:br>
            <a:r>
              <a:rPr lang="en-US" sz="14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(53.98% → 17.87%)</a:t>
            </a:r>
            <a:endParaRPr lang="en-US" sz="1400">
              <a:latin typeface="Pretendard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046652" y="3291840"/>
            <a:ext cx="4503651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040880" y="3291840"/>
            <a:ext cx="64008" cy="26060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260336" y="3438144"/>
            <a:ext cx="4041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대전 결과</a:t>
            </a:r>
            <a:endParaRPr lang="en-US" sz="16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266109" y="3799103"/>
            <a:ext cx="4261011" cy="1989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altLang="ko-KR" sz="1400">
                <a:ea typeface="+mn-lt"/>
                <a:cs typeface="+mn-lt"/>
              </a:rPr>
              <a:t>project-RF</a:t>
            </a:r>
            <a:r>
              <a:rPr lang="ko-KR" altLang="en-US" sz="1400">
                <a:ea typeface="+mn-lt"/>
                <a:cs typeface="+mn-lt"/>
              </a:rPr>
              <a:t> </a:t>
            </a:r>
            <a:r>
              <a:rPr lang="en-US" altLang="ko-KR" sz="1400">
                <a:ea typeface="+mn-lt"/>
                <a:cs typeface="+mn-lt"/>
              </a:rPr>
              <a:t>network</a:t>
            </a:r>
            <a:r>
              <a:rPr lang="ko-KR" altLang="en-US" sz="1400">
                <a:ea typeface="+mn-lt"/>
                <a:cs typeface="+mn-lt"/>
              </a:rPr>
              <a:t>가 더 강하다”는 해석과 달랐다</a:t>
            </a:r>
            <a:r>
              <a:rPr lang="en-US" altLang="ko-KR" sz="1400">
                <a:ea typeface="+mn-lt"/>
                <a:cs typeface="+mn-lt"/>
              </a:rPr>
              <a:t>.</a:t>
            </a:r>
            <a:br>
              <a:rPr lang="en-US" altLang="ko-KR" sz="1400">
                <a:ea typeface="+mn-lt"/>
                <a:cs typeface="+mn-lt"/>
              </a:rPr>
            </a:br>
            <a:r>
              <a:rPr lang="ko-KR" altLang="en-US" sz="1400">
                <a:ea typeface="+mn-lt"/>
                <a:cs typeface="+mn-lt"/>
              </a:rPr>
              <a:t>신경망 단독 비교에서는 </a:t>
            </a:r>
            <a:r>
              <a:rPr lang="en-US" altLang="ko-KR" sz="1400">
                <a:ea typeface="+mn-lt"/>
                <a:cs typeface="+mn-lt"/>
              </a:rPr>
              <a:t>RL-project</a:t>
            </a:r>
            <a:r>
              <a:rPr lang="ko-KR" altLang="en-US" sz="1400">
                <a:ea typeface="+mn-lt"/>
                <a:cs typeface="+mn-lt"/>
              </a:rPr>
              <a:t>가 </a:t>
            </a:r>
            <a:r>
              <a:rPr lang="en-US" altLang="ko-KR" sz="1400">
                <a:ea typeface="+mn-lt"/>
                <a:cs typeface="+mn-lt"/>
              </a:rPr>
              <a:t>82.13%</a:t>
            </a:r>
            <a:r>
              <a:rPr lang="ko-KR" altLang="en-US" sz="1400">
                <a:ea typeface="+mn-lt"/>
                <a:cs typeface="+mn-lt"/>
              </a:rPr>
              <a:t>로 우세</a:t>
            </a:r>
            <a:endParaRPr lang="en-US" altLang="ko-KR" sz="14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altLang="ko-KR" sz="1400">
                <a:ea typeface="+mn-lt"/>
                <a:cs typeface="+mn-lt"/>
              </a:rPr>
              <a:t>project-RF</a:t>
            </a:r>
            <a:r>
              <a:rPr lang="ko-KR" altLang="en-US" sz="1400">
                <a:ea typeface="+mn-lt"/>
                <a:cs typeface="+mn-lt"/>
              </a:rPr>
              <a:t>의 직접 대전 우위는 </a:t>
            </a:r>
            <a:r>
              <a:rPr lang="en-US" altLang="ko-KR" sz="1400">
                <a:ea typeface="+mn-lt"/>
                <a:cs typeface="+mn-lt"/>
              </a:rPr>
              <a:t>network</a:t>
            </a:r>
            <a:r>
              <a:rPr lang="ko-KR" altLang="en-US" sz="1400">
                <a:ea typeface="+mn-lt"/>
                <a:cs typeface="+mn-lt"/>
              </a:rPr>
              <a:t> 자체가 아니라</a:t>
            </a:r>
            <a:r>
              <a:rPr lang="en-US" altLang="ko-KR" sz="1400">
                <a:ea typeface="+mn-lt"/>
                <a:cs typeface="+mn-lt"/>
              </a:rPr>
              <a:t>,</a:t>
            </a:r>
            <a:r>
              <a:rPr lang="ko-KR" altLang="en-US" sz="1400">
                <a:ea typeface="+mn-lt"/>
                <a:cs typeface="+mn-lt"/>
              </a:rPr>
              <a:t> </a:t>
            </a:r>
            <a:r>
              <a:rPr lang="en-US" altLang="ko-KR" sz="1400">
                <a:ea typeface="+mn-lt"/>
                <a:cs typeface="+mn-lt"/>
              </a:rPr>
              <a:t>rule-based</a:t>
            </a:r>
            <a:r>
              <a:rPr lang="ko-KR" altLang="en-US" sz="1400">
                <a:ea typeface="+mn-lt"/>
                <a:cs typeface="+mn-lt"/>
              </a:rPr>
              <a:t> </a:t>
            </a:r>
            <a:r>
              <a:rPr lang="en-US" altLang="ko-KR" sz="1400">
                <a:ea typeface="+mn-lt"/>
                <a:cs typeface="+mn-lt"/>
              </a:rPr>
              <a:t>prior</a:t>
            </a:r>
            <a:r>
              <a:rPr lang="ko-KR" altLang="en-US" sz="1400">
                <a:ea typeface="+mn-lt"/>
                <a:cs typeface="+mn-lt"/>
              </a:rPr>
              <a:t>가 결합된 </a:t>
            </a:r>
            <a:r>
              <a:rPr lang="en-US" altLang="ko-KR" sz="1400">
                <a:ea typeface="+mn-lt"/>
                <a:cs typeface="+mn-lt"/>
              </a:rPr>
              <a:t>hybrid</a:t>
            </a:r>
            <a:r>
              <a:rPr lang="ko-KR" altLang="en-US" sz="1400">
                <a:ea typeface="+mn-lt"/>
                <a:cs typeface="+mn-lt"/>
              </a:rPr>
              <a:t> 추론 구조에서 발생</a:t>
            </a:r>
            <a:endParaRPr lang="en-US" altLang="ko-KR" sz="1400">
              <a:solidFill>
                <a:srgbClr val="000000"/>
              </a:solidFill>
              <a:latin typeface="Calibri"/>
              <a:ea typeface="+mn-lt"/>
              <a:cs typeface="+mn-lt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ko-KR" altLang="en-US" sz="1400">
                <a:ea typeface="+mn-lt"/>
                <a:cs typeface="+mn-lt"/>
              </a:rPr>
              <a:t>즉</a:t>
            </a:r>
            <a:r>
              <a:rPr lang="en-US" altLang="ko-KR" sz="1400">
                <a:ea typeface="+mn-lt"/>
                <a:cs typeface="+mn-lt"/>
              </a:rPr>
              <a:t>,</a:t>
            </a:r>
            <a:r>
              <a:rPr lang="ko-KR" altLang="en-US" sz="1400">
                <a:ea typeface="+mn-lt"/>
                <a:cs typeface="+mn-lt"/>
              </a:rPr>
              <a:t> </a:t>
            </a:r>
            <a:r>
              <a:rPr lang="en-US" altLang="ko-KR" sz="1400" b="1">
                <a:ea typeface="+mn-lt"/>
                <a:cs typeface="+mn-lt"/>
              </a:rPr>
              <a:t>project-RF</a:t>
            </a:r>
            <a:r>
              <a:rPr lang="ko-KR" altLang="en-US" sz="1400" b="1">
                <a:ea typeface="+mn-lt"/>
                <a:cs typeface="+mn-lt"/>
              </a:rPr>
              <a:t> </a:t>
            </a:r>
            <a:r>
              <a:rPr lang="en-US" altLang="ko-KR" sz="1400" b="1">
                <a:ea typeface="+mn-lt"/>
                <a:cs typeface="+mn-lt"/>
              </a:rPr>
              <a:t>Hybrid</a:t>
            </a:r>
            <a:r>
              <a:rPr lang="ko-KR" altLang="en-US" sz="1400" b="1">
                <a:ea typeface="+mn-lt"/>
                <a:cs typeface="+mn-lt"/>
              </a:rPr>
              <a:t> </a:t>
            </a:r>
            <a:r>
              <a:rPr lang="en-US" altLang="ko-KR" sz="1400" b="1">
                <a:ea typeface="+mn-lt"/>
                <a:cs typeface="+mn-lt"/>
              </a:rPr>
              <a:t>agent</a:t>
            </a:r>
            <a:r>
              <a:rPr lang="ko-KR" altLang="en-US" sz="1400" b="1">
                <a:ea typeface="+mn-lt"/>
                <a:cs typeface="+mn-lt"/>
              </a:rPr>
              <a:t>가 해당 M</a:t>
            </a:r>
            <a:r>
              <a:rPr lang="en-US" altLang="ko-KR" sz="1400" b="1" err="1">
                <a:ea typeface="+mn-lt"/>
                <a:cs typeface="+mn-lt"/>
              </a:rPr>
              <a:t>atchup</a:t>
            </a:r>
            <a:r>
              <a:rPr lang="ko-KR" altLang="en-US" sz="1400" b="1">
                <a:ea typeface="+mn-lt"/>
                <a:cs typeface="+mn-lt"/>
              </a:rPr>
              <a:t>에서 우세했다</a:t>
            </a:r>
            <a:r>
              <a:rPr lang="ko-KR" altLang="en-US" sz="1400">
                <a:ea typeface="+mn-lt"/>
                <a:cs typeface="+mn-lt"/>
              </a:rPr>
              <a:t>고 해석하는 것이 타당하다고 생각함</a:t>
            </a:r>
            <a:endParaRPr lang="en-US" altLang="ko-KR" sz="1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A4642859-37B7-3046-6814-BE8155BDAF61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기준에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따라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순위가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달라지는</a:t>
            </a:r>
            <a:r>
              <a:rPr lang="en-US" altLang="ko-KR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altLang="ko-KR" sz="25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이유</a:t>
            </a:r>
            <a:endParaRPr lang="en-US" sz="2500" b="1" err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 sz="140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64008" cy="8412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96112" y="155448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900"/>
          </a:p>
        </p:txBody>
      </p:sp>
      <p:sp>
        <p:nvSpPr>
          <p:cNvPr id="10" name="Text 8"/>
          <p:cNvSpPr/>
          <p:nvPr/>
        </p:nvSpPr>
        <p:spPr>
          <a:xfrm>
            <a:off x="1508760" y="1554480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 성능은 상대의 함수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4709160" y="1554480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강화학습 agent의 승률은 절대값이 아니라 어떤 상대를 만나는가에 따라 달라진다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640080" y="2542032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40080" y="2542032"/>
            <a:ext cx="64008" cy="8412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96112" y="2542032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1508760" y="2542032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RL-project = baseline 특화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4709160" y="2542032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common rule의 deterministic 분포에 직접 40M 학습 → baseline 상대 최고 성능</a:t>
            </a:r>
            <a:endParaRPr lang="en-US" sz="1400"/>
          </a:p>
        </p:txBody>
      </p:sp>
      <p:sp>
        <p:nvSpPr>
          <p:cNvPr id="17" name="Shape 15"/>
          <p:cNvSpPr/>
          <p:nvPr/>
        </p:nvSpPr>
        <p:spPr>
          <a:xfrm>
            <a:off x="640080" y="3529584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3529584"/>
            <a:ext cx="64008" cy="8412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896112" y="3529584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900"/>
          </a:p>
        </p:txBody>
      </p:sp>
      <p:sp>
        <p:nvSpPr>
          <p:cNvPr id="20" name="Text 18"/>
          <p:cNvSpPr/>
          <p:nvPr/>
        </p:nvSpPr>
        <p:spPr>
          <a:xfrm>
            <a:off x="1508760" y="3529584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project-RF = matchup 대응</a:t>
            </a:r>
            <a:endParaRPr lang="en-US" sz="1600"/>
          </a:p>
        </p:txBody>
      </p:sp>
      <p:sp>
        <p:nvSpPr>
          <p:cNvPr id="21" name="Text 19"/>
          <p:cNvSpPr/>
          <p:nvPr/>
        </p:nvSpPr>
        <p:spPr>
          <a:xfrm>
            <a:off x="4709160" y="3529584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mixed opponent 학습 + 상대의 즉시 반격을 평가하는 prior → 낯선 정책에도 강함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640080" y="4517136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40080" y="4517136"/>
            <a:ext cx="64008" cy="841248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896112" y="451713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900"/>
          </a:p>
        </p:txBody>
      </p:sp>
      <p:sp>
        <p:nvSpPr>
          <p:cNvPr id="25" name="Text 23"/>
          <p:cNvSpPr/>
          <p:nvPr/>
        </p:nvSpPr>
        <p:spPr>
          <a:xfrm>
            <a:off x="1508760" y="4517136"/>
            <a:ext cx="3017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prior를 빼면 역전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4709160" y="4517136"/>
            <a:ext cx="6537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network 단독 품질은 장기 학습한 RL-project가 압도 (82.13%)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640080" y="5623560"/>
            <a:ext cx="64008" cy="77724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913938" y="5692833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err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결론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: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하나의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승률만으로는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어떤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agent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가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더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강하다고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단정하기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어렵기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때문에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,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여러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평가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조건에서의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결과를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함께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봐야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300" b="1" err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한다</a:t>
            </a:r>
            <a:r>
              <a:rPr lang="en-US" sz="1300" b="1">
                <a:solidFill>
                  <a:srgbClr val="B02A2A"/>
                </a:solidFill>
                <a:latin typeface="Pretendard"/>
                <a:ea typeface="+mn-lt"/>
                <a:cs typeface="+mn-lt"/>
              </a:rPr>
              <a:t>.</a:t>
            </a:r>
            <a:endParaRPr lang="en-US" sz="1300">
              <a:latin typeface="Pretendard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EFB17A97-C9A6-D9A1-CFC1-32DC93EE783C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설계 방식에 따른 성능 차이</a:t>
            </a:r>
            <a:endParaRPr lang="en-US" sz="25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29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383280" cy="3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57398" y="1645920"/>
            <a:ext cx="46690" cy="3306388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9536" y="1792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sz="1600" b="1">
                <a:solidFill>
                  <a:srgbClr val="C77B30"/>
                </a:solidFill>
                <a:latin typeface="Pretendard"/>
              </a:rPr>
              <a:t>Project_RF </a:t>
            </a:r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2176272"/>
            <a:ext cx="2944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&lt;설계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방식&gt;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br>
              <a:rPr lang="en-US" altLang="ko-KR" sz="1400">
                <a:latin typeface="Pretendard"/>
                <a:ea typeface="Calibri"/>
                <a:cs typeface="Calibri"/>
              </a:rPr>
            </a:b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지식을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정책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판단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단계에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결합</a:t>
            </a:r>
            <a:b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</a:br>
            <a:b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</a:b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&lt;강점&gt;</a:t>
            </a:r>
            <a:endParaRPr lang="ko-KR" altLang="en-US" sz="1400" err="1">
              <a:solidFill>
                <a:srgbClr val="262626"/>
              </a:solidFill>
              <a:latin typeface="Pretendard"/>
              <a:ea typeface="Calibri"/>
              <a:cs typeface="Calibri"/>
            </a:endParaRPr>
          </a:p>
          <a:p>
            <a:pPr marL="285750" indent="-285750">
              <a:spcAft>
                <a:spcPts val="1200"/>
              </a:spcAft>
              <a:buSzPct val="100000"/>
              <a:buAutoNum type="arabicPeriod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적은 학습량으로 전술적 행동 수행 가능</a:t>
            </a:r>
            <a:endParaRPr lang="ko-KR" sz="1400">
              <a:solidFill>
                <a:srgbClr val="000000"/>
              </a:solidFill>
              <a:latin typeface="Pretendard"/>
              <a:ea typeface="Calibri"/>
              <a:cs typeface="Calibri"/>
            </a:endParaRPr>
          </a:p>
          <a:p>
            <a:pPr marL="285750" indent="-285750">
              <a:spcAft>
                <a:spcPts val="1200"/>
              </a:spcAft>
              <a:buSzPct val="100000"/>
              <a:buAutoNum type="arabicPeriod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  <a:cs typeface="Calibri" panose="020F0502020204030204"/>
              </a:rPr>
              <a:t>행동 선택 근거 설명 가능</a:t>
            </a:r>
            <a:endParaRPr lang="ko-KR" altLang="en-US" sz="1400">
              <a:solidFill>
                <a:srgbClr val="262626"/>
              </a:solidFill>
              <a:latin typeface="Pretendard"/>
              <a:cs typeface="Calibri" panose="020F0502020204030204"/>
            </a:endParaRPr>
          </a:p>
          <a:p>
            <a:pPr marL="285750" indent="-285750">
              <a:spcAft>
                <a:spcPts val="1200"/>
              </a:spcAft>
              <a:buSzPct val="100000"/>
              <a:buAutoNum type="arabicPeriod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  <a:cs typeface="Calibri"/>
              </a:rPr>
              <a:t>직접 대전 matchup 대응력 우세</a:t>
            </a:r>
          </a:p>
          <a:p>
            <a:pPr marL="285750" indent="-285750">
              <a:spcAft>
                <a:spcPts val="1200"/>
              </a:spcAft>
              <a:buSzPct val="100000"/>
              <a:buAutoNum type="arabicPeriod"/>
            </a:pPr>
            <a:endParaRPr lang="ko-KR" altLang="en-US" sz="1400">
              <a:solidFill>
                <a:srgbClr val="262626"/>
              </a:solidFill>
              <a:latin typeface="Pretendard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3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406438" y="1645920"/>
            <a:ext cx="46690" cy="330638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08576" y="1792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3864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RL-project</a:t>
            </a:r>
            <a:endParaRPr lang="en-US" sz="1600">
              <a:latin typeface="Pretendard"/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08576" y="2176272"/>
            <a:ext cx="2944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1200"/>
              </a:spcAft>
              <a:buSzPct val="100000"/>
            </a:pP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&lt;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설계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방식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&gt;</a:t>
            </a:r>
            <a:r>
              <a:rPr lang="en-US" sz="1400">
                <a:solidFill>
                  <a:srgbClr val="262626"/>
                </a:solidFill>
                <a:latin typeface="Pretendard"/>
              </a:rPr>
              <a:t> </a:t>
            </a:r>
            <a:br>
              <a:rPr lang="en-US" altLang="ko-KR" sz="1400">
                <a:solidFill>
                  <a:srgbClr val="262626"/>
                </a:solidFill>
                <a:latin typeface="Pretendard"/>
              </a:rPr>
            </a:b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지식을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 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맑은 고딕"/>
              </a:rPr>
              <a:t>관측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 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맑은 고딕"/>
              </a:rPr>
              <a:t>입력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단계에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결합</a:t>
            </a:r>
            <a:br>
              <a:rPr lang="ko-KR" altLang="en-US" sz="1400">
                <a:solidFill>
                  <a:srgbClr val="262626"/>
                </a:solidFill>
                <a:latin typeface="Pretendard"/>
              </a:rPr>
            </a:br>
            <a:br>
              <a:rPr lang="ko-KR" altLang="en-US" sz="1400">
                <a:solidFill>
                  <a:srgbClr val="262626"/>
                </a:solidFill>
                <a:latin typeface="Pretendard"/>
              </a:rPr>
            </a:b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&lt;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강점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맑은 고딕"/>
              </a:rPr>
              <a:t>&gt;</a:t>
            </a:r>
            <a:endParaRPr lang="ko-KR" altLang="en-US" sz="1400">
              <a:solidFill>
                <a:srgbClr val="000000"/>
              </a:solidFill>
              <a:latin typeface="Pretendard"/>
              <a:ea typeface="맑은 고딕"/>
            </a:endParaRPr>
          </a:p>
          <a:p>
            <a:pPr marL="285750" indent="-285750">
              <a:spcAft>
                <a:spcPts val="1200"/>
              </a:spcAft>
              <a:buAutoNum type="arabicPeriod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Network 단독으로 정책 수행가능</a:t>
            </a:r>
          </a:p>
          <a:p>
            <a:pPr marL="285750" indent="-285750">
              <a:spcAft>
                <a:spcPts val="1200"/>
              </a:spcAft>
              <a:buAutoNum type="arabicPeriod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공통 baseline 대비 목표 수준 달성</a:t>
            </a:r>
          </a:p>
          <a:p>
            <a:pPr marL="285750" indent="-285750">
              <a:spcAft>
                <a:spcPts val="1200"/>
              </a:spcAft>
              <a:buAutoNum type="arabicPeriod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반복 실험에서 비교적 안정적 결과</a:t>
            </a:r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383280" cy="330638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55478" y="1645920"/>
            <a:ext cx="46690" cy="330638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57616" y="1792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262626"/>
                </a:solidFill>
                <a:latin typeface="Pretendard"/>
              </a:rPr>
              <a:t>결론</a:t>
            </a:r>
            <a:endParaRPr lang="en-US" sz="16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57616" y="2176272"/>
            <a:ext cx="29443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두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접근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모두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공통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baseline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대비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약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60%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수준에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도달함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성능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차이는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모델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우열보다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지식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주입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위치의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차이에서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발생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지식을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정책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판단에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넣으면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즉시성과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설명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가능성이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높아짐</a:t>
            </a:r>
          </a:p>
          <a:p>
            <a:pPr marL="285750" indent="-285750"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지식을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관측에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넣으면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network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중심의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일반화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가능성이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 </a:t>
            </a:r>
            <a:r>
              <a:rPr lang="en-US" altLang="ko-KR" sz="1400" err="1">
                <a:solidFill>
                  <a:srgbClr val="262626"/>
                </a:solidFill>
                <a:latin typeface="Pretendard"/>
                <a:ea typeface="Calibri"/>
                <a:cs typeface="Calibri"/>
              </a:rPr>
              <a:t>커짐</a:t>
            </a: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34CB8728-2DEF-478B-9929-2BB17B4D4AC0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  <p:sp>
        <p:nvSpPr>
          <p:cNvPr id="20" name="Shape 25">
            <a:extLst>
              <a:ext uri="{FF2B5EF4-FFF2-40B4-BE49-F238E27FC236}">
                <a16:creationId xmlns:a16="http://schemas.microsoft.com/office/drawing/2014/main" id="{6C6E1AF3-ACAA-7C6B-2634-10F7EDDB0305}"/>
              </a:ext>
            </a:extLst>
          </p:cNvPr>
          <p:cNvSpPr/>
          <p:nvPr/>
        </p:nvSpPr>
        <p:spPr>
          <a:xfrm>
            <a:off x="640080" y="5323378"/>
            <a:ext cx="108813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 lIns="91440" tIns="45720" rIns="91440" bIns="45720" anchor="ctr"/>
          <a:lstStyle/>
          <a:p>
            <a:pPr algn="ctr"/>
            <a:r>
              <a:rPr lang="ko-KR" altLang="en-US" b="1">
                <a:solidFill>
                  <a:schemeClr val="accent1">
                    <a:lumMod val="76000"/>
                  </a:schemeClr>
                </a:solidFill>
                <a:latin typeface="Pretendard"/>
                <a:ea typeface="맑은 고딕"/>
                <a:cs typeface="Calibri"/>
              </a:rPr>
              <a:t>어느 모델이 더 강한가 보다 어떤 방식으로 지식을 활용했는가에서 차이를 보임</a:t>
            </a:r>
            <a:r>
              <a:rPr lang="ko-KR" altLang="en-US">
                <a:latin typeface="Pretendard"/>
                <a:ea typeface="맑은 고딕"/>
                <a:cs typeface="Calibri"/>
              </a:rPr>
              <a:t>  </a:t>
            </a:r>
            <a:endParaRPr lang="ko-KR"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7A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24160" y="1600200"/>
            <a:ext cx="384048" cy="2651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D9A44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800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해석과 결론</a:t>
            </a:r>
            <a:endParaRPr lang="en-US" sz="3400"/>
          </a:p>
        </p:txBody>
      </p:sp>
      <p:sp>
        <p:nvSpPr>
          <p:cNvPr id="9" name="Text 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8D9C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</a:t>
            </a:r>
            <a:endParaRPr lang="en-US" sz="1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공정성과 한계</a:t>
            </a:r>
            <a:endParaRPr lang="en-US" sz="2500"/>
          </a:p>
        </p:txBody>
      </p:sp>
      <p:sp>
        <p:nvSpPr>
          <p:cNvPr id="4" name="Text 2"/>
          <p:cNvSpPr/>
          <p:nvPr/>
        </p:nvSpPr>
        <p:spPr>
          <a:xfrm>
            <a:off x="914400" y="950976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비교는 “우열 판정”이 아니라 “두 설계 사례의 비교”다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31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64008" cy="384048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59536" y="1792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50" b="1">
                <a:solidFill>
                  <a:srgbClr val="B02A2A"/>
                </a:solidFill>
                <a:latin typeface="Pretendard"/>
                <a:ea typeface="맑은 고딕"/>
              </a:rPr>
              <a:t>학습 조건의 비대칭</a:t>
            </a:r>
          </a:p>
        </p:txBody>
      </p:sp>
      <p:sp>
        <p:nvSpPr>
          <p:cNvPr id="10" name="Text 8"/>
          <p:cNvSpPr/>
          <p:nvPr/>
        </p:nvSpPr>
        <p:spPr>
          <a:xfrm>
            <a:off x="859536" y="2320590"/>
            <a:ext cx="2944368" cy="30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RL-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project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는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3개 seed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평균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, project-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RF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는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단일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checkpoint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기준으로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비교됨</a:t>
            </a:r>
            <a:endParaRPr lang="ko-KR" altLang="en-US" sz="1200">
              <a:solidFill>
                <a:srgbClr val="262626"/>
              </a:solidFill>
              <a:latin typeface="Pretendard"/>
              <a:ea typeface="+mn-lt"/>
              <a:cs typeface="+mn-lt"/>
            </a:endParaRPr>
          </a:p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학습 budget과 인프라 조건이 달라 sample efficiency 직접 비교는 어려움</a:t>
            </a:r>
          </a:p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altLang="ko-KR" sz="1200">
                <a:solidFill>
                  <a:srgbClr val="262626"/>
                </a:solidFill>
                <a:latin typeface="Pretendard"/>
                <a:ea typeface="Calibri" panose="020F0502020204030204"/>
              </a:rPr>
              <a:t>RL-project</a:t>
            </a:r>
            <a:r>
              <a:rPr lang="ko-KR" sz="1200">
                <a:solidFill>
                  <a:srgbClr val="262626"/>
                </a:solidFill>
                <a:latin typeface="Pretendard"/>
                <a:ea typeface="맑은 고딕"/>
              </a:rPr>
              <a:t> 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Calibri" panose="020F0502020204030204"/>
              </a:rPr>
              <a:t>observation</a:t>
            </a:r>
            <a:r>
              <a:rPr lang="ko-KR" sz="1200">
                <a:solidFill>
                  <a:srgbClr val="262626"/>
                </a:solidFill>
                <a:latin typeface="Pretendard"/>
                <a:ea typeface="맑은 고딕"/>
              </a:rPr>
              <a:t>에도 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rf_score</a:t>
            </a:r>
            <a:r>
              <a:rPr lang="ko-KR" sz="1200">
                <a:solidFill>
                  <a:srgbClr val="262626"/>
                </a:solidFill>
                <a:latin typeface="Pretendard"/>
                <a:ea typeface="맑은 고딕"/>
              </a:rPr>
              <a:t>가 포함되어 있어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Calibri" panose="020F0502020204030204"/>
              </a:rPr>
              <a:t>,</a:t>
            </a:r>
            <a:r>
              <a:rPr lang="ko-KR" sz="1200">
                <a:solidFill>
                  <a:srgbClr val="262626"/>
                </a:solidFill>
                <a:latin typeface="Pretendard"/>
                <a:ea typeface="맑은 고딕"/>
              </a:rPr>
              <a:t> 양쪽 모두 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Calibri" panose="020F0502020204030204"/>
              </a:rPr>
              <a:t>rule</a:t>
            </a:r>
            <a:r>
              <a:rPr lang="ko-KR" sz="1200">
                <a:solidFill>
                  <a:srgbClr val="262626"/>
                </a:solidFill>
                <a:latin typeface="Pretendard"/>
                <a:ea typeface="맑은 고딕"/>
              </a:rPr>
              <a:t> 기반 지식을 일부 활용함</a:t>
            </a:r>
            <a:endParaRPr lang="ko-KR" sz="1200">
              <a:solidFill>
                <a:srgbClr val="262626"/>
              </a:solidFill>
              <a:latin typeface="Pretendard"/>
              <a:ea typeface="맑은 고딕"/>
              <a:cs typeface="+mn-lt"/>
            </a:endParaRPr>
          </a:p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endParaRPr lang="ko-KR" sz="1200">
              <a:solidFill>
                <a:srgbClr val="262626"/>
              </a:solidFill>
              <a:latin typeface="Pretendard"/>
              <a:ea typeface="+mn-lt"/>
              <a:cs typeface="+mn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89120" y="164592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389120" y="1645920"/>
            <a:ext cx="64008" cy="38404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608576" y="1792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50" b="1">
                <a:solidFill>
                  <a:srgbClr val="262626"/>
                </a:solidFill>
                <a:latin typeface="Pretendard"/>
              </a:rPr>
              <a:t>환경</a:t>
            </a:r>
            <a:r>
              <a:rPr lang="en-US" sz="1450" b="1">
                <a:solidFill>
                  <a:srgbClr val="262626"/>
                </a:solidFill>
                <a:latin typeface="Pretendard"/>
              </a:rPr>
              <a:t> </a:t>
            </a:r>
            <a:r>
              <a:rPr lang="ko-KR" altLang="en-US" sz="1450" b="1">
                <a:solidFill>
                  <a:srgbClr val="262626"/>
                </a:solidFill>
                <a:latin typeface="Pretendard"/>
              </a:rPr>
              <a:t>및</a:t>
            </a:r>
            <a:r>
              <a:rPr lang="en-US" sz="1450" b="1">
                <a:solidFill>
                  <a:srgbClr val="262626"/>
                </a:solidFill>
                <a:latin typeface="Pretendard"/>
              </a:rPr>
              <a:t> </a:t>
            </a:r>
            <a:r>
              <a:rPr lang="ko-KR" altLang="en-US" sz="1450" b="1">
                <a:solidFill>
                  <a:srgbClr val="262626"/>
                </a:solidFill>
                <a:latin typeface="Pretendard"/>
              </a:rPr>
              <a:t>평가</a:t>
            </a:r>
            <a:r>
              <a:rPr lang="en-US" sz="1450" b="1">
                <a:solidFill>
                  <a:srgbClr val="262626"/>
                </a:solidFill>
                <a:latin typeface="Pretendard"/>
              </a:rPr>
              <a:t> </a:t>
            </a:r>
            <a:r>
              <a:rPr lang="ko-KR" altLang="en-US" sz="1450" b="1">
                <a:solidFill>
                  <a:srgbClr val="262626"/>
                </a:solidFill>
                <a:latin typeface="Pretendard"/>
              </a:rPr>
              <a:t>조건의</a:t>
            </a:r>
            <a:r>
              <a:rPr lang="en-US" sz="1450" b="1">
                <a:solidFill>
                  <a:srgbClr val="262626"/>
                </a:solidFill>
                <a:latin typeface="Pretendard"/>
              </a:rPr>
              <a:t> </a:t>
            </a:r>
            <a:r>
              <a:rPr lang="ko-KR" altLang="en-US" sz="1450" b="1">
                <a:solidFill>
                  <a:srgbClr val="262626"/>
                </a:solidFill>
                <a:latin typeface="Pretendard"/>
              </a:rPr>
              <a:t>차이</a:t>
            </a:r>
            <a:endParaRPr lang="en-US" sz="145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08576" y="2320590"/>
            <a:ext cx="2944368" cy="30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A3·A4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위치는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거리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기반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투영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방식으로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변환되어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일부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domain shift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가능성이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있음</a:t>
            </a:r>
            <a:endParaRPr lang="ko-KR" altLang="en-US" sz="1200">
              <a:solidFill>
                <a:srgbClr val="262626"/>
              </a:solidFill>
              <a:latin typeface="Pretendard"/>
              <a:ea typeface="+mn-lt"/>
              <a:cs typeface="+mn-lt"/>
            </a:endParaRPr>
          </a:p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직접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대전은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뒷도가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없는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legacy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규칙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부분집합에서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수행됨</a:t>
            </a:r>
          </a:p>
          <a:p>
            <a:pPr marL="171450" indent="-17145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일부 직접 대전은 기존 공통 평가 seed를 재사용했으며, 이를 보완하기 위해 holdout 평가를 추가 수행함</a:t>
            </a:r>
            <a:endParaRPr lang="ko-KR" altLang="en-US" sz="1200">
              <a:solidFill>
                <a:srgbClr val="262626"/>
              </a:solidFill>
              <a:latin typeface="Pretendard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1645920"/>
            <a:ext cx="33832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64008" cy="3840480"/>
          </a:xfrm>
          <a:prstGeom prst="rect">
            <a:avLst/>
          </a:prstGeom>
          <a:solidFill>
            <a:srgbClr val="2E7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357616" y="179222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50" b="1">
                <a:solidFill>
                  <a:srgbClr val="262626"/>
                </a:solidFill>
                <a:latin typeface="Pretendard"/>
                <a:ea typeface="맑은 고딕"/>
              </a:rPr>
              <a:t>재현성의 한계</a:t>
            </a:r>
            <a:endParaRPr lang="en-US" altLang="ko-KR" sz="1450" b="1">
              <a:solidFill>
                <a:srgbClr val="262626"/>
              </a:solidFill>
              <a:latin typeface="Pretendard"/>
              <a:ea typeface="맑은 고딕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57616" y="2320590"/>
            <a:ext cx="2944368" cy="3056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일부 실험 당시 코드·설정 버전과 최종 repository 상태 간 일치 여부 확인 필요</a:t>
            </a:r>
          </a:p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모델 파일뿐 아니라 config, ruleset, 코드 버전을 함께 보존해야 재현 가능</a:t>
            </a:r>
            <a:endParaRPr lang="ko-KR" altLang="en-US" sz="1200">
              <a:solidFill>
                <a:srgbClr val="262626"/>
              </a:solidFill>
              <a:latin typeface="Pretendard"/>
              <a:ea typeface="+mn-lt"/>
              <a:cs typeface="+mn-lt"/>
            </a:endParaRPr>
          </a:p>
          <a:p>
            <a:pPr marL="228600" indent="-228600"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altLang="ko-KR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최종결과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중 51.32%</a:t>
            </a:r>
            <a:r>
              <a:rPr 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는 단일 평가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결과와 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53.98%</a:t>
            </a:r>
            <a:r>
              <a:rPr 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는 3-seed 기준 결과이므로 동일한 수치로 해석하면 안 됨</a:t>
            </a:r>
            <a:endParaRPr lang="ko-KR" sz="1200">
              <a:solidFill>
                <a:srgbClr val="262626"/>
              </a:solidFill>
              <a:latin typeface="Pretendard"/>
              <a:cs typeface="Calibri"/>
            </a:endParaRPr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BCA593BF-3DDC-3731-1ACB-8AE83D1CEBC3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RL-project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의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후속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mini </a:t>
            </a:r>
            <a:r>
              <a:rPr lang="ko-KR" alt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프로젝트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— Full-</a:t>
            </a:r>
            <a:r>
              <a:rPr lang="en-US" sz="25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backdo</a:t>
            </a:r>
            <a:r>
              <a:rPr lang="en-US" sz="25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50M</a:t>
            </a:r>
            <a:endParaRPr lang="en-US" sz="25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32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669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charts/seeds_50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39815"/>
            <a:ext cx="5212080" cy="300696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529446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뒷도 포함 환경 공식 paired 5,000판 — 3개 seed 모두 60% 통과</a:t>
            </a:r>
            <a:endParaRPr lang="en-US" sz="1000"/>
          </a:p>
        </p:txBody>
      </p:sp>
      <p:sp>
        <p:nvSpPr>
          <p:cNvPr id="10" name="Shape 7"/>
          <p:cNvSpPr/>
          <p:nvPr/>
        </p:nvSpPr>
        <p:spPr>
          <a:xfrm>
            <a:off x="6675120" y="1691640"/>
            <a:ext cx="484632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6675120" y="1691640"/>
            <a:ext cx="64008" cy="237744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894576" y="1837944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5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추가 </a:t>
            </a:r>
            <a:r>
              <a:rPr lang="en-US" sz="145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내용</a:t>
            </a:r>
            <a:endParaRPr lang="en-US" sz="1450" err="1">
              <a:latin typeface="Pretendard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94576" y="2221992"/>
            <a:ext cx="440740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SzPct val="100000"/>
              <a:buFont typeface="Arial"/>
              <a:buChar char="•"/>
            </a:pP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비교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대상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아님</a:t>
            </a:r>
            <a:br>
              <a:rPr lang="en-US" sz="1200">
                <a:latin typeface="Pretendard"/>
                <a:ea typeface="+mn-lt"/>
                <a:cs typeface="+mn-lt"/>
              </a:rPr>
            </a:b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project-RF checkpoint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는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뒷도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환경을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지원하지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않아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직접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비교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불가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endParaRPr lang="en-US" sz="1200">
              <a:solidFill>
                <a:srgbClr val="000000"/>
              </a:solidFill>
              <a:latin typeface="Pretendard"/>
              <a:ea typeface="+mn-lt"/>
              <a:cs typeface="+mn-lt"/>
            </a:endParaRPr>
          </a:p>
          <a:p>
            <a:pPr marL="171450" indent="-171450">
              <a:buSzPct val="100000"/>
              <a:buFont typeface="Arial"/>
              <a:buChar char="•"/>
            </a:pPr>
            <a:endParaRPr lang="en-US" sz="1200">
              <a:solidFill>
                <a:srgbClr val="262626"/>
              </a:solidFill>
              <a:latin typeface="Pretendard"/>
              <a:ea typeface="+mn-lt"/>
              <a:cs typeface="+mn-lt"/>
            </a:endParaRPr>
          </a:p>
          <a:p>
            <a:pPr marL="171450" indent="-1714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RL-project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후속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확장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실험</a:t>
            </a:r>
            <a:br>
              <a:rPr lang="en-US" sz="1200">
                <a:latin typeface="Pretendard"/>
                <a:ea typeface="+mn-lt"/>
                <a:cs typeface="+mn-lt"/>
              </a:rPr>
            </a:b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뒷도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포함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full-</a:t>
            </a:r>
            <a:r>
              <a:rPr lang="en-US" altLang="ko-KR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backdo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환경에서</a:t>
            </a:r>
            <a:r>
              <a:rPr lang="en-US" altLang="ko-KR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seed당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50M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step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으로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재학습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endParaRPr lang="en-US" sz="1200">
              <a:ea typeface="Calibri"/>
              <a:cs typeface="Calibri"/>
            </a:endParaRPr>
          </a:p>
          <a:p>
            <a:pPr marL="171450" indent="-1714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성능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향상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확인</a:t>
            </a:r>
            <a:br>
              <a:rPr lang="en-US" sz="1200">
                <a:latin typeface="Pretendard"/>
                <a:ea typeface="+mn-lt"/>
                <a:cs typeface="+mn-lt"/>
              </a:rPr>
            </a:b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기존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대비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승률이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상승하여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장기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학습의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효과를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확인</a:t>
            </a:r>
            <a:r>
              <a:rPr lang="en-US" sz="12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</a:t>
            </a:r>
            <a:endParaRPr lang="en-US" sz="1200"/>
          </a:p>
          <a:p>
            <a:pPr marL="171450" indent="-171450">
              <a:spcAft>
                <a:spcPts val="800"/>
              </a:spcAft>
              <a:buSzPct val="100000"/>
              <a:buFont typeface="Arial"/>
              <a:buChar char="•"/>
            </a:pPr>
            <a:endParaRPr lang="en-US" altLang="ko-KR" sz="1150">
              <a:solidFill>
                <a:srgbClr val="262626"/>
              </a:solidFill>
              <a:latin typeface="Pretendard"/>
              <a:ea typeface="맑은 고딕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75120" y="4343400"/>
            <a:ext cx="484632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675120" y="4343400"/>
            <a:ext cx="64008" cy="1554480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949440" y="434340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5000"/>
              </a:lnSpc>
            </a:pPr>
            <a:r>
              <a:rPr lang="ko-KR" altLang="en-US" sz="14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해석</a:t>
            </a:r>
            <a:r>
              <a:rPr lang="en-US" sz="140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endParaRPr lang="en-US" sz="1400">
              <a:solidFill>
                <a:srgbClr val="000000"/>
              </a:solidFill>
              <a:latin typeface="Pretendard"/>
              <a:ea typeface="Pretendard"/>
              <a:cs typeface="Pretendard" pitchFamily="34" charset="-120"/>
            </a:endParaRPr>
          </a:p>
          <a:p>
            <a:pPr>
              <a:lnSpc>
                <a:spcPct val="125000"/>
              </a:lnSpc>
            </a:pPr>
            <a:r>
              <a:rPr lang="en-US" sz="1150" b="1">
                <a:solidFill>
                  <a:srgbClr val="B02A2A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br>
              <a:rPr lang="ko-KR" altLang="en-US" sz="1200">
                <a:latin typeface="Pretendard"/>
                <a:ea typeface="Pretendard" pitchFamily="34" charset="-122"/>
                <a:cs typeface="Pretendard" pitchFamily="34" charset="-120"/>
              </a:rPr>
            </a:b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충분한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학습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시간과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더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완전한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규칙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환경이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제공된다면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, RL-project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의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추가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성능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향상을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기대할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수</a:t>
            </a:r>
            <a:r>
              <a:rPr lang="en-US" sz="12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2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있음</a:t>
            </a:r>
            <a:endParaRPr lang="en-US" sz="1150">
              <a:latin typeface="Pretendard"/>
              <a:ea typeface="Pretendard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77FDE00F-6AA8-54E6-CC2C-283CBECAFE65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결론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64008" cy="841248"/>
          </a:xfrm>
          <a:prstGeom prst="rect">
            <a:avLst/>
          </a:prstGeom>
          <a:solidFill>
            <a:srgbClr val="2E7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E7D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1600200" y="1371600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두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설계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모두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목표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수준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달성</a:t>
            </a:r>
            <a:endParaRPr lang="en-US" sz="1600" b="1">
              <a:solidFill>
                <a:srgbClr val="262626"/>
              </a:solidFill>
              <a:latin typeface="Pretendard"/>
              <a:ea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970088" y="1371600"/>
            <a:ext cx="6502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공통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baseline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대비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project-RF 59.76%, RL-project 59.46%  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+mn-lt"/>
              </a:rPr>
              <a:t>(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목표 </a:t>
            </a:r>
            <a:r>
              <a:rPr lang="en-US" sz="1400">
                <a:solidFill>
                  <a:srgbClr val="262626"/>
                </a:solidFill>
                <a:latin typeface="Pretendard"/>
                <a:ea typeface="Calibri"/>
                <a:cs typeface="+mn-lt"/>
              </a:rPr>
              <a:t>60%)</a:t>
            </a:r>
            <a:endParaRPr lang="en-US" sz="1400">
              <a:solidFill>
                <a:srgbClr val="262626"/>
              </a:solidFill>
              <a:latin typeface="Pretendard"/>
              <a:ea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640080" y="2359152"/>
            <a:ext cx="64008" cy="841248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14400" y="2359152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600200" y="2359152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직접</a:t>
            </a: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대전은</a:t>
            </a:r>
            <a:r>
              <a:rPr lang="en-US" sz="1600" b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project-RF </a:t>
            </a:r>
            <a:r>
              <a:rPr lang="ko-KR" altLang="en-US" sz="1600" b="1">
                <a:solidFill>
                  <a:srgbClr val="262626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강함</a:t>
            </a:r>
            <a:endParaRPr lang="en-US" sz="16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70088" y="2359152"/>
            <a:ext cx="6502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holdout 15,000판 53.98%,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잡기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중심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prior의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matchup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대응력</a:t>
            </a:r>
            <a:endParaRPr lang="en-US" sz="1400" err="1">
              <a:latin typeface="Pretendard"/>
              <a:ea typeface="Pretendard"/>
              <a:cs typeface="Calibri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346704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40080" y="3346704"/>
            <a:ext cx="64008" cy="841248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346704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1600200" y="3346704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신경망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단독은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RL-project </a:t>
            </a:r>
            <a:r>
              <a:rPr lang="ko-KR" alt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강함</a:t>
            </a:r>
            <a:endParaRPr lang="ko-KR" altLang="en-US" sz="1600" b="1" err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970088" y="3346704"/>
            <a:ext cx="6502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network-only 대결 82.13% — 장기 학습 + tactical observation이 만든 정책 품질</a:t>
            </a:r>
            <a:endParaRPr lang="en-US" sz="1400">
              <a:latin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4334256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4334256"/>
            <a:ext cx="64008" cy="841248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914400" y="4334256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1600200" y="4334256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우위는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평가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기준에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따라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달라짐</a:t>
            </a:r>
            <a:endParaRPr lang="ko-KR" altLang="en-US" sz="1600" b="1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70088" y="4334256"/>
            <a:ext cx="6502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baseline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성능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,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 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matchup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대응력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정책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품질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서로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다른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결과를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보임</a:t>
            </a:r>
            <a:endParaRPr lang="ko-KR" altLang="en-US" sz="1400">
              <a:solidFill>
                <a:srgbClr val="262626"/>
              </a:solidFill>
              <a:latin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" y="5321808"/>
            <a:ext cx="1088136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640080" y="5321808"/>
            <a:ext cx="64008" cy="841248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914400" y="5321808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B02A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200"/>
          </a:p>
        </p:txBody>
      </p:sp>
      <p:sp>
        <p:nvSpPr>
          <p:cNvPr id="29" name="Text 27"/>
          <p:cNvSpPr/>
          <p:nvPr/>
        </p:nvSpPr>
        <p:spPr>
          <a:xfrm>
            <a:off x="1600200" y="5321808"/>
            <a:ext cx="3383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>
                <a:solidFill>
                  <a:srgbClr val="262626"/>
                </a:solidFill>
                <a:latin typeface="Pretendard"/>
                <a:ea typeface="맑은 고딕"/>
              </a:rPr>
              <a:t>설계 방식의 차이 확인</a:t>
            </a:r>
          </a:p>
        </p:txBody>
      </p:sp>
      <p:sp>
        <p:nvSpPr>
          <p:cNvPr id="30" name="Text 28"/>
          <p:cNvSpPr/>
          <p:nvPr/>
        </p:nvSpPr>
        <p:spPr>
          <a:xfrm>
            <a:off x="4970088" y="5321808"/>
            <a:ext cx="65021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4999"/>
              </a:lnSpc>
            </a:pPr>
            <a:r>
              <a:rPr lang="ko-KR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RL-project: 관측 입력에 지식 반영</a:t>
            </a:r>
            <a:br>
              <a:rPr lang="ko-KR" sz="1400">
                <a:latin typeface="Pretendard"/>
                <a:ea typeface="+mn-lt"/>
                <a:cs typeface="+mn-lt"/>
              </a:rPr>
            </a:br>
            <a:r>
              <a:rPr lang="ko-KR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project-RF: 출력 단계에 rule-based 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prior</a:t>
            </a:r>
            <a:r>
              <a:rPr lang="ko-KR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 결합</a:t>
            </a:r>
            <a:endParaRPr lang="ko-KR">
              <a:latin typeface="Pretendard"/>
            </a:endParaRPr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389315A7-FA19-D9C4-18D3-67C95242A158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방향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64008" cy="329184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9536" y="197510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600" b="1">
                <a:solidFill>
                  <a:srgbClr val="262626"/>
                </a:solidFill>
                <a:latin typeface="Pretendard"/>
                <a:ea typeface="맑은 고딕"/>
              </a:rPr>
              <a:t>비교</a:t>
            </a:r>
            <a:r>
              <a:rPr lang="en-US" altLang="ko-KR" sz="1600" b="1">
                <a:solidFill>
                  <a:srgbClr val="262626"/>
                </a:solidFill>
                <a:latin typeface="Pretendard"/>
                <a:ea typeface="Pretendard"/>
              </a:rPr>
              <a:t> </a:t>
            </a:r>
            <a:r>
              <a:rPr lang="ko-KR" altLang="en-US" sz="1600" b="1">
                <a:solidFill>
                  <a:srgbClr val="262626"/>
                </a:solidFill>
                <a:latin typeface="Pretendard"/>
                <a:ea typeface="맑은 고딕"/>
              </a:rPr>
              <a:t>완성도 개선</a:t>
            </a:r>
            <a:endParaRPr lang="en-US" sz="1600">
              <a:latin typeface="Pretendard"/>
              <a:ea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3517" y="2582858"/>
            <a:ext cx="2930387" cy="2456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동일한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ruleset, action space, seed,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학습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budget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기준에서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재평가하여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비교의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공정성을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높임</a:t>
            </a:r>
            <a:endParaRPr lang="en-US" sz="1400" err="1">
              <a:latin typeface="Pretendard"/>
              <a:ea typeface="Pretendard"/>
              <a:cs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64008" cy="329184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608576" y="197510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각 </a:t>
            </a:r>
            <a:r>
              <a:rPr lang="ko-KR" altLang="en-US" sz="16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모델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개선</a:t>
            </a:r>
            <a:endParaRPr lang="en-US" sz="1600" err="1">
              <a:latin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08576" y="2589850"/>
            <a:ext cx="2944368" cy="2421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ct val="150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</a:rPr>
              <a:t>RL-project는 장기 학습과 observation/reward 고도화, project-RF는 hybrid prior와 network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맑은 고딕"/>
                <a:cs typeface="Calibri" panose="020F0502020204030204"/>
              </a:rPr>
              <a:t> policy의 결합 방식 개선</a:t>
            </a:r>
            <a:endParaRPr lang="en-US" sz="1400">
              <a:latin typeface="Pretendard"/>
              <a:ea typeface="Pretendard"/>
              <a:cs typeface="Calibri"/>
            </a:endParaRPr>
          </a:p>
          <a:p>
            <a:pPr marL="171450" indent="-171450">
              <a:lnSpc>
                <a:spcPct val="150000"/>
              </a:lnSpc>
              <a:spcAft>
                <a:spcPts val="1000"/>
              </a:spcAft>
              <a:buSzPct val="100000"/>
              <a:buFont typeface="Arial"/>
              <a:buChar char="•"/>
            </a:pPr>
            <a:endParaRPr lang="ko-KR" altLang="en-US" sz="1400">
              <a:solidFill>
                <a:srgbClr val="262626"/>
              </a:solidFill>
              <a:latin typeface="Pretendard"/>
              <a:ea typeface="맑은 고딕"/>
              <a:cs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3832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64008" cy="3291840"/>
          </a:xfrm>
          <a:prstGeom prst="rect">
            <a:avLst/>
          </a:prstGeom>
          <a:solidFill>
            <a:srgbClr val="2E7D6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57616" y="1975104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환경</a:t>
            </a:r>
            <a:r>
              <a:rPr lang="en-US" sz="1600" b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 </a:t>
            </a:r>
            <a:r>
              <a:rPr lang="en-US" sz="1600" b="1" err="1">
                <a:solidFill>
                  <a:srgbClr val="262626"/>
                </a:solidFill>
                <a:latin typeface="Pretendard"/>
                <a:ea typeface="Pretendard"/>
                <a:cs typeface="Pretendard" pitchFamily="34" charset="-120"/>
              </a:rPr>
              <a:t>통합</a:t>
            </a:r>
            <a:endParaRPr lang="en-US" sz="1600" err="1">
              <a:latin typeface="Pretendard"/>
              <a:ea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57616" y="2533923"/>
            <a:ext cx="2916405" cy="2476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50000"/>
              </a:lnSpc>
              <a:spcAft>
                <a:spcPts val="1000"/>
              </a:spcAft>
              <a:buSzPct val="100000"/>
              <a:buFont typeface="Arial"/>
              <a:buChar char="•"/>
            </a:pP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뒷도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포함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여부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, action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정의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, board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표현을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통합하여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두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agent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동일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환경에서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직접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비교될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있도록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정리</a:t>
            </a:r>
            <a:endParaRPr lang="en-US" sz="1400" err="1">
              <a:latin typeface="Pretendard"/>
              <a:ea typeface="Pretendard"/>
              <a:cs typeface="Calibri" panose="020F0502020204030204"/>
            </a:endParaRPr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11E9EF0F-9E59-CCC2-6B1B-77EF8D0F7186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38912"/>
            <a:ext cx="146304" cy="457200"/>
          </a:xfrm>
          <a:prstGeom prst="rect">
            <a:avLst/>
          </a:prstGeom>
          <a:solidFill>
            <a:srgbClr val="B02A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914400" y="329184"/>
            <a:ext cx="9052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26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팀원별 기여 사항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6B625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35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640080" y="1624818"/>
            <a:ext cx="5212080" cy="3608363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40080" y="1589649"/>
            <a:ext cx="75731" cy="3631809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9536" y="1700784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F38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남준우 — RL-project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906428" y="2120001"/>
            <a:ext cx="4726276" cy="2921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/>
              <a:buChar char="•"/>
            </a:pP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공통</a:t>
            </a:r>
            <a:r>
              <a:rPr lang="en-US" altLang="ko-KR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기반</a:t>
            </a:r>
            <a:r>
              <a:rPr lang="en-US" altLang="ko-KR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구축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윷놀이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규칙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엔진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, Gymnasium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환경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자동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테스트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체계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구현</a:t>
            </a:r>
            <a:b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</a:b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 </a:t>
            </a:r>
            <a:endParaRPr lang="en-US" sz="1400">
              <a:latin typeface="Pretendard"/>
              <a:ea typeface="Calibri"/>
              <a:cs typeface="Calibri" panose="020F0502020204030204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RL-project</a:t>
            </a:r>
            <a:r>
              <a:rPr lang="en-US" altLang="ko-KR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설계</a:t>
            </a:r>
            <a:r>
              <a:rPr lang="en-US" altLang="ko-KR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및</a:t>
            </a:r>
            <a:r>
              <a:rPr lang="en-US" altLang="ko-KR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학습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Action-level tactical observation, terminal reward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설계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MaskablePPO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3M~40M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학습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및</a:t>
            </a:r>
            <a:r>
              <a:rPr lang="en-US" altLang="ko-KR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ablation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실험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수행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>
              <a:latin typeface="Pretendard"/>
              <a:ea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공통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평가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체계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구축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평가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프로토콜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및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cross-env adapter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구현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동일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조건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기반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agent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비교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가능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설계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>
              <a:latin typeface="Pretendard"/>
              <a:ea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확장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실험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수행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full-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backdo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환경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확장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및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50M step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장기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학습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실험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진행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27000" indent="-127000">
              <a:spcAft>
                <a:spcPts val="800"/>
              </a:spcAft>
              <a:buSzPct val="100000"/>
              <a:buFont typeface="Arial"/>
              <a:buChar char="•"/>
            </a:pPr>
            <a:endParaRPr lang="en-US" sz="1400">
              <a:solidFill>
                <a:srgbClr val="262626"/>
              </a:solidFill>
              <a:latin typeface="Pretendard"/>
              <a:ea typeface="Pretendard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68683" y="1566203"/>
            <a:ext cx="5387926" cy="3620086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 flipH="1">
            <a:off x="6180406" y="1519311"/>
            <a:ext cx="64945" cy="3678701"/>
          </a:xfrm>
          <a:prstGeom prst="rect">
            <a:avLst/>
          </a:prstGeom>
          <a:solidFill>
            <a:srgbClr val="C77B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364693" y="1700784"/>
            <a:ext cx="496073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77B3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이기쁨 — project-RF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6364694" y="2120002"/>
            <a:ext cx="5359320" cy="29331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SzPct val="100000"/>
              <a:buFont typeface="Arial"/>
              <a:buChar char="•"/>
            </a:pP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환경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및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agent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구현</a:t>
            </a:r>
            <a:br>
              <a:rPr lang="en-US" sz="1400" b="1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윷놀이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환경과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Rule, DQN, Value,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StrategicValue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agent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 sz="1400">
              <a:latin typeface="Pretendard"/>
              <a:ea typeface="Pretendard"/>
              <a:cs typeface="Calibri" panose="020F0502020204030204"/>
            </a:endParaRPr>
          </a:p>
          <a:p>
            <a:pPr marL="285750" indent="-285750">
              <a:buSzPct val="100000"/>
              <a:buFont typeface="Arial"/>
              <a:buChar char="•"/>
            </a:pPr>
            <a:endParaRPr lang="en-US" altLang="ko-KR" sz="1400">
              <a:solidFill>
                <a:srgbClr val="262626"/>
              </a:solidFill>
              <a:latin typeface="Pretendard"/>
              <a:ea typeface="+mn-lt"/>
              <a:cs typeface="+mn-lt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상태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·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보상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설계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252차원 engineered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state와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capture-aware dense reward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설계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>
              <a:latin typeface="Pretendard"/>
              <a:ea typeface="Pretendard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학습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전략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구성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StrategicValue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teacher imitation, oversampling,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자체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PyTorch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PPO </a:t>
            </a:r>
            <a:r>
              <a:rPr lang="ko-KR" altLang="en-US" sz="1400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적용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>
              <a:latin typeface="Pretendard"/>
              <a:ea typeface="Pretendard"/>
            </a:endParaRPr>
          </a:p>
          <a:p>
            <a:pPr marL="285750" indent="-285750">
              <a:spcAft>
                <a:spcPts val="800"/>
              </a:spcAft>
              <a:buSzPct val="100000"/>
              <a:buFont typeface="Arial"/>
              <a:buChar char="•"/>
            </a:pP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Hybrid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추론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구조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 b="1" err="1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설계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inference-time tactical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prior를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결합한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의사결정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구조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구현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>
              <a:latin typeface="Pretendard"/>
              <a:ea typeface="Pretendard"/>
            </a:endParaRPr>
          </a:p>
          <a:p>
            <a:pPr marL="285750" indent="-285750">
              <a:buSzPct val="100000"/>
              <a:buFont typeface="Arial"/>
              <a:buChar char="•"/>
            </a:pP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평가</a:t>
            </a:r>
            <a:r>
              <a:rPr lang="en-US" sz="1400" b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b="1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수행</a:t>
            </a:r>
            <a:br>
              <a:rPr lang="en-US" sz="1400">
                <a:latin typeface="Pretendard"/>
                <a:ea typeface="Pretendard"/>
                <a:cs typeface="+mn-lt"/>
              </a:rPr>
            </a:b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내부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tournament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및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RL-project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와의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직접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대전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평가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r>
              <a:rPr lang="ko-KR" altLang="en-US" sz="1400">
                <a:solidFill>
                  <a:srgbClr val="262626"/>
                </a:solidFill>
                <a:latin typeface="Pretendard"/>
                <a:ea typeface="+mn-lt"/>
                <a:cs typeface="+mn-lt"/>
              </a:rPr>
              <a:t>진행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/>
                <a:cs typeface="+mn-lt"/>
              </a:rPr>
              <a:t> </a:t>
            </a:r>
            <a:endParaRPr lang="en-US" altLang="ko-KR">
              <a:latin typeface="Pretendard"/>
              <a:ea typeface="Pretendard"/>
              <a:cs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1803" y="5366824"/>
            <a:ext cx="10869637" cy="668216"/>
          </a:xfrm>
          <a:prstGeom prst="rect">
            <a:avLst/>
          </a:prstGeom>
          <a:solidFill>
            <a:srgbClr val="FFFFFF"/>
          </a:solidFill>
          <a:ln w="9525">
            <a:solidFill>
              <a:srgbClr val="E3DCD0"/>
            </a:solidFill>
            <a:prstDash val="solid"/>
          </a:ln>
          <a:effectLst>
            <a:outerShdw blurRad="88900" dist="25400" dir="8100000" algn="bl" rotWithShape="0">
              <a:srgbClr val="5B4A3A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5366824"/>
            <a:ext cx="75731" cy="668216"/>
          </a:xfrm>
          <a:prstGeom prst="rect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936674" y="5401993"/>
            <a:ext cx="10288172" cy="633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solidFill>
                  <a:srgbClr val="B02A2A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공동</a:t>
            </a:r>
            <a:r>
              <a:rPr lang="en-US" sz="1400" b="1">
                <a:solidFill>
                  <a:srgbClr val="B02A2A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 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게임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규칙·action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의미·평가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조건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합의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공통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Rule-based Agent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정의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,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교차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평가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결과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해석과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보고서</a:t>
            </a:r>
            <a:r>
              <a:rPr lang="en-US" sz="1400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00" err="1">
                <a:solidFill>
                  <a:srgbClr val="262626"/>
                </a:solidFill>
                <a:latin typeface="Pretendard"/>
                <a:ea typeface="Pretendard" pitchFamily="34" charset="-122"/>
                <a:cs typeface="Pretendard" pitchFamily="34" charset="-120"/>
              </a:rPr>
              <a:t>작성</a:t>
            </a:r>
            <a:endParaRPr lang="en-US" sz="1400" err="1">
              <a:latin typeface="Pretendard"/>
              <a:ea typeface="Calibri"/>
              <a:cs typeface="Calibri"/>
            </a:endParaRP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9800EF94-9379-26EF-973F-38209C89E5E5}"/>
              </a:ext>
            </a:extLst>
          </p:cNvPr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윷놀이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</a:t>
            </a:r>
            <a:r>
              <a:rPr lang="en-US" sz="900" err="1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강화학습</a:t>
            </a:r>
            <a:r>
              <a:rPr lang="en-US" sz="900">
                <a:solidFill>
                  <a:srgbClr val="6B6258"/>
                </a:solidFill>
                <a:latin typeface="Pretendard" pitchFamily="34" charset="0"/>
                <a:ea typeface="Pretendard"/>
                <a:cs typeface="Pretendard" pitchFamily="34" charset="-120"/>
              </a:rPr>
              <a:t> 프로젝트</a:t>
            </a:r>
            <a:endParaRPr lang="en-US" sz="900">
              <a:solidFill>
                <a:srgbClr val="6B6258"/>
              </a:solidFill>
              <a:ea typeface="Pretendard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7A1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87552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424160" y="1600200"/>
            <a:ext cx="384048" cy="265176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972800" y="1280160"/>
            <a:ext cx="384048" cy="3291840"/>
          </a:xfrm>
          <a:prstGeom prst="roundRect">
            <a:avLst>
              <a:gd name="adj" fmla="val 50000"/>
            </a:avLst>
          </a:prstGeom>
          <a:solidFill>
            <a:srgbClr val="F3E2C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40524" y="2514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3740</Words>
  <Application>Microsoft Macintosh PowerPoint</Application>
  <PresentationFormat>와이드스크린</PresentationFormat>
  <Paragraphs>602</Paragraphs>
  <Slides>37</Slides>
  <Notes>37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3" baseType="lpstr">
      <vt:lpstr>Malgun Gothic</vt:lpstr>
      <vt:lpstr>Malgun Gothic</vt:lpstr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윷놀이 강화학습 프로젝트 — 두 설계 철학의 비교</dc:title>
  <dc:subject>PptxGenJS Presentation</dc:subject>
  <dc:creator>남준우 · 이기쁨</dc:creator>
  <cp:lastModifiedBy>준우 남</cp:lastModifiedBy>
  <cp:revision>1</cp:revision>
  <dcterms:created xsi:type="dcterms:W3CDTF">2026-06-11T15:05:44Z</dcterms:created>
  <dcterms:modified xsi:type="dcterms:W3CDTF">2026-06-12T13:01:19Z</dcterms:modified>
</cp:coreProperties>
</file>